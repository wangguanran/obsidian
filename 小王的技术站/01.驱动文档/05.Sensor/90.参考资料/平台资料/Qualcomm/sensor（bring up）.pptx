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908" r:id="rId4"/>
    <p:sldId id="812" r:id="rId6"/>
    <p:sldId id="1049" r:id="rId7"/>
    <p:sldId id="813" r:id="rId8"/>
    <p:sldId id="1000" r:id="rId9"/>
    <p:sldId id="1001" r:id="rId10"/>
    <p:sldId id="1002" r:id="rId11"/>
    <p:sldId id="1003" r:id="rId12"/>
    <p:sldId id="1004" r:id="rId13"/>
    <p:sldId id="1005" r:id="rId14"/>
    <p:sldId id="987" r:id="rId15"/>
    <p:sldId id="993" r:id="rId16"/>
    <p:sldId id="994" r:id="rId17"/>
    <p:sldId id="995" r:id="rId18"/>
    <p:sldId id="996" r:id="rId19"/>
    <p:sldId id="998" r:id="rId20"/>
    <p:sldId id="1084" r:id="rId21"/>
    <p:sldId id="999" r:id="rId22"/>
    <p:sldId id="1050" r:id="rId23"/>
    <p:sldId id="990" r:id="rId24"/>
    <p:sldId id="1022" r:id="rId25"/>
    <p:sldId id="1023" r:id="rId26"/>
    <p:sldId id="1024" r:id="rId27"/>
    <p:sldId id="1027" r:id="rId28"/>
    <p:sldId id="1034" r:id="rId29"/>
    <p:sldId id="1035" r:id="rId30"/>
    <p:sldId id="1028" r:id="rId31"/>
    <p:sldId id="1036" r:id="rId32"/>
    <p:sldId id="1029" r:id="rId33"/>
    <p:sldId id="1038" r:id="rId34"/>
    <p:sldId id="1037" r:id="rId35"/>
    <p:sldId id="992" r:id="rId36"/>
    <p:sldId id="1025" r:id="rId37"/>
    <p:sldId id="1026" r:id="rId38"/>
    <p:sldId id="1039" r:id="rId39"/>
    <p:sldId id="1040" r:id="rId40"/>
    <p:sldId id="1041" r:id="rId41"/>
    <p:sldId id="929" r:id="rId42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 userDrawn="1">
          <p15:clr>
            <a:srgbClr val="A4A3A4"/>
          </p15:clr>
        </p15:guide>
        <p15:guide id="2" pos="259" userDrawn="1">
          <p15:clr>
            <a:srgbClr val="A4A3A4"/>
          </p15:clr>
        </p15:guide>
        <p15:guide id="3" pos="66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B4"/>
    <a:srgbClr val="FB471D"/>
    <a:srgbClr val="DBE6EE"/>
    <a:srgbClr val="CFDEE8"/>
    <a:srgbClr val="FC6A48"/>
    <a:srgbClr val="FED9D0"/>
    <a:srgbClr val="FB481E"/>
    <a:srgbClr val="FF9F00"/>
    <a:srgbClr val="F51B55"/>
    <a:srgbClr val="A8BE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92" y="112"/>
      </p:cViewPr>
      <p:guideLst>
        <p:guide orient="horz" pos="734"/>
        <p:guide pos="259"/>
        <p:guide pos="66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6" Type="http://schemas.openxmlformats.org/officeDocument/2006/relationships/tags" Target="tags/tag60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829FD-DD90-4EE7-BCD7-4AF299D6F45A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accent1" phldr="0"/>
      <dgm:spPr/>
      <dgm:t>
        <a:bodyPr/>
        <a:p>
          <a:endParaRPr lang="zh-CN" altLang="en-US"/>
        </a:p>
      </dgm:t>
    </dgm:pt>
    <dgm:pt modelId="{FCC504F5-317D-4294-815B-28489BDC584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去除配置</a:t>
          </a:r>
          <a:r>
            <a:rPr lang="zh-CN" altLang="en-US"/>
            <a:t/>
          </a:r>
          <a:endParaRPr lang="zh-CN" altLang="en-US"/>
        </a:p>
      </dgm:t>
    </dgm:pt>
    <dgm:pt modelId="{8F05BE86-1921-41BD-B82E-72272E9475E9}" cxnId="{E8F78B6C-91D1-4CA5-B074-8A143AE4D09D}" type="parTrans">
      <dgm:prSet/>
      <dgm:spPr/>
      <dgm:t>
        <a:bodyPr/>
        <a:p>
          <a:endParaRPr lang="zh-CN" altLang="en-US"/>
        </a:p>
      </dgm:t>
    </dgm:pt>
    <dgm:pt modelId="{67223200-D196-44B3-9DFD-D095DDBC10AB}" cxnId="{E8F78B6C-91D1-4CA5-B074-8A143AE4D09D}" type="sibTrans">
      <dgm:prSet/>
      <dgm:spPr/>
      <dgm:t>
        <a:bodyPr/>
        <a:p>
          <a:endParaRPr lang="zh-CN" altLang="en-US"/>
        </a:p>
      </dgm:t>
    </dgm:pt>
    <dgm:pt modelId="{F3F66F6A-184E-4CBB-A544-AC2BF2A74FC0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/>
            <a:t/>
          </a:r>
          <a:endParaRPr lang="zh-CN" altLang="en-US"/>
        </a:p>
      </dgm:t>
    </dgm:pt>
    <dgm:pt modelId="{7A0C70B0-5DAE-45AB-9915-863AC3FA4D2D}" cxnId="{652CED36-4DA1-48B9-9640-3EE194B9F3E0}" type="parTrans">
      <dgm:prSet/>
      <dgm:spPr/>
      <dgm:t>
        <a:bodyPr/>
        <a:p>
          <a:endParaRPr lang="zh-CN" altLang="en-US"/>
        </a:p>
      </dgm:t>
    </dgm:pt>
    <dgm:pt modelId="{47DD308A-8526-455B-A37F-FEE2CC1C75AF}" cxnId="{652CED36-4DA1-48B9-9640-3EE194B9F3E0}" type="sibTrans">
      <dgm:prSet/>
      <dgm:spPr/>
      <dgm:t>
        <a:bodyPr/>
        <a:p>
          <a:endParaRPr lang="zh-CN" altLang="en-US"/>
        </a:p>
      </dgm:t>
    </dgm:pt>
    <dgm:pt modelId="{780FAED3-C4BD-4FF1-8B67-8499CCFAE2ED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编译</a:t>
          </a:r>
          <a:r>
            <a:rPr lang="zh-CN" altLang="en-US"/>
            <a:t/>
          </a:r>
          <a:endParaRPr lang="zh-CN" altLang="en-US"/>
        </a:p>
      </dgm:t>
    </dgm:pt>
    <dgm:pt modelId="{88C57C74-C9C4-46CF-A10B-13A1A1E7714C}" cxnId="{7CA9D6A2-9DBD-4D38-A28E-251FD4005FD8}" type="parTrans">
      <dgm:prSet/>
      <dgm:spPr/>
      <dgm:t>
        <a:bodyPr/>
        <a:p>
          <a:endParaRPr lang="zh-CN" altLang="en-US"/>
        </a:p>
      </dgm:t>
    </dgm:pt>
    <dgm:pt modelId="{34435F2A-D730-405E-99D5-BBC9FB7499FA}" cxnId="{7CA9D6A2-9DBD-4D38-A28E-251FD4005FD8}" type="sibTrans">
      <dgm:prSet/>
      <dgm:spPr/>
      <dgm:t>
        <a:bodyPr/>
        <a:p>
          <a:endParaRPr lang="zh-CN" altLang="en-US"/>
        </a:p>
      </dgm:t>
    </dgm:pt>
    <dgm:pt modelId="{3E6D5D4F-935E-467F-A6CA-DFB49E904BF2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ym typeface="+mn-ea"/>
            </a:rPr>
            <a:t>./build_qcm6490_all.sh MC917 BUILD ADSP  </a:t>
          </a:r>
          <a:r>
            <a:rPr lang="zh-CN" altLang="en-US"/>
            <a:t/>
          </a:r>
          <a:endParaRPr lang="zh-CN" altLang="en-US"/>
        </a:p>
      </dgm:t>
    </dgm:pt>
    <dgm:pt modelId="{DFE6860A-9AF6-4E3A-8810-968954321458}" cxnId="{1E44FF08-7942-4E70-968E-CA5FB7CDD80C}" type="parTrans">
      <dgm:prSet/>
      <dgm:spPr/>
      <dgm:t>
        <a:bodyPr/>
        <a:p>
          <a:endParaRPr lang="zh-CN" altLang="en-US"/>
        </a:p>
      </dgm:t>
    </dgm:pt>
    <dgm:pt modelId="{F6E211F9-5728-4C1B-B4EC-036ED0730A63}" cxnId="{1E44FF08-7942-4E70-968E-CA5FB7CDD80C}" type="sibTrans">
      <dgm:prSet/>
      <dgm:spPr/>
      <dgm:t>
        <a:bodyPr/>
        <a:p>
          <a:endParaRPr lang="zh-CN" altLang="en-US"/>
        </a:p>
      </dgm:t>
    </dgm:pt>
    <dgm:pt modelId="{82325CAD-C510-4C2D-8FF9-C5158DB07C8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ym typeface="+mn-ea"/>
            </a:rPr>
            <a:t>./build_qcm6490_all.sh MC917 BU</a:t>
          </a:r>
          <a:r>
            <a:rPr lang="zh-CN" altLang="en-US"/>
            <a:t/>
          </a:r>
          <a:endParaRPr lang="zh-CN" altLang="en-US"/>
        </a:p>
      </dgm:t>
    </dgm:pt>
    <dgm:pt modelId="{24533DDB-B0DD-4476-956F-F4072EF9D94A}" cxnId="{A144E61B-6D10-4E73-855D-F5E80E19574A}" type="parTrans">
      <dgm:prSet/>
      <dgm:spPr/>
    </dgm:pt>
    <dgm:pt modelId="{AA452CBF-669D-43EE-97A7-ACB4E54859FB}" cxnId="{A144E61B-6D10-4E73-855D-F5E80E19574A}" type="sibTrans">
      <dgm:prSet/>
      <dgm:spPr/>
    </dgm:pt>
    <dgm:pt modelId="{1D70B282-9875-47E1-864B-0DB9F83A3309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烧录</a:t>
          </a:r>
          <a:r>
            <a:rPr lang="zh-CN" altLang="en-US"/>
            <a:t/>
          </a:r>
          <a:endParaRPr lang="zh-CN" altLang="en-US"/>
        </a:p>
      </dgm:t>
    </dgm:pt>
    <dgm:pt modelId="{4682E278-8387-4875-A48B-989607C0A09E}" cxnId="{F5A0EDEF-CB2F-434C-885F-B4EF27B6D450}" type="parTrans">
      <dgm:prSet/>
      <dgm:spPr/>
      <dgm:t>
        <a:bodyPr/>
        <a:p>
          <a:endParaRPr lang="zh-CN" altLang="en-US"/>
        </a:p>
      </dgm:t>
    </dgm:pt>
    <dgm:pt modelId="{DF77052B-043C-4E4A-8039-9D1D7DFB40F4}" cxnId="{F5A0EDEF-CB2F-434C-885F-B4EF27B6D450}" type="sibTrans">
      <dgm:prSet/>
      <dgm:spPr/>
      <dgm:t>
        <a:bodyPr/>
        <a:p>
          <a:endParaRPr lang="zh-CN" altLang="en-US"/>
        </a:p>
      </dgm:t>
    </dgm:pt>
    <dgm:pt modelId="{30BE85C4-8BB0-4C0C-B58F-618B83FFA907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olidFill>
                <a:srgbClr val="00B0F0"/>
              </a:solidFill>
              <a:sym typeface="+mn-ea"/>
            </a:rPr>
            <a:t>对生成的NON_HLOS.bin文件进行烧录，</a:t>
          </a:r>
          <a:br>
            <a:rPr lang="zh-CN" altLang="en-US">
              <a:solidFill>
                <a:srgbClr val="00B0F0"/>
              </a:solidFill>
              <a:sym typeface="+mn-ea"/>
            </a:rPr>
          </a:br>
          <a:r>
            <a:rPr lang="zh-CN" altLang="en-US">
              <a:solidFill>
                <a:srgbClr val="00B0F0"/>
              </a:solidFill>
              <a:sym typeface="+mn-ea"/>
            </a:rPr>
            <a:t>adb reboot bootloader; </a:t>
          </a:r>
          <a:br>
            <a:rPr lang="zh-CN" altLang="en-US">
              <a:solidFill>
                <a:srgbClr val="00B0F0"/>
              </a:solidFill>
              <a:sym typeface="+mn-ea"/>
            </a:rPr>
          </a:br>
          <a:r>
            <a:rPr lang="zh-CN" altLang="en-US">
              <a:solidFill>
                <a:srgbClr val="00B0F0"/>
              </a:solidFill>
              <a:sym typeface="+mn-ea"/>
            </a:rPr>
            <a:t>fastboot flash modem NON_HLOS.bin；</a:t>
          </a:r>
          <a:br>
            <a:rPr lang="zh-CN" altLang="en-US">
              <a:solidFill>
                <a:srgbClr val="00B0F0"/>
              </a:solidFill>
              <a:sym typeface="+mn-ea"/>
            </a:rPr>
          </a:br>
          <a:r>
            <a:rPr lang="zh-CN" altLang="en-US"/>
            <a:t/>
          </a:r>
          <a:endParaRPr lang="zh-CN" altLang="en-US"/>
        </a:p>
      </dgm:t>
    </dgm:pt>
    <dgm:pt modelId="{99A19955-80B2-46DE-B74C-C0C8C4D708F2}" cxnId="{4DCD20EC-ED29-4B27-BB4D-7740FBFDF01C}" type="parTrans">
      <dgm:prSet/>
      <dgm:spPr/>
      <dgm:t>
        <a:bodyPr/>
        <a:p>
          <a:endParaRPr lang="zh-CN" altLang="en-US"/>
        </a:p>
      </dgm:t>
    </dgm:pt>
    <dgm:pt modelId="{CB48F5C6-507D-451D-9B2B-7C607BFEAF95}" cxnId="{4DCD20EC-ED29-4B27-BB4D-7740FBFDF01C}" type="sibTrans">
      <dgm:prSet/>
      <dgm:spPr/>
      <dgm:t>
        <a:bodyPr/>
        <a:p>
          <a:endParaRPr lang="zh-CN" altLang="en-US"/>
        </a:p>
      </dgm:t>
    </dgm:pt>
    <dgm:pt modelId="{7BB0B505-7D43-42E4-8FC0-6C91316CBFEB}" type="pres">
      <dgm:prSet presAssocID="{DF9829FD-DD90-4EE7-BCD7-4AF299D6F45A}" presName="linearFlow" presStyleCnt="0">
        <dgm:presLayoutVars>
          <dgm:dir/>
          <dgm:animLvl val="lvl"/>
          <dgm:resizeHandles val="exact"/>
        </dgm:presLayoutVars>
      </dgm:prSet>
      <dgm:spPr/>
    </dgm:pt>
    <dgm:pt modelId="{97F2BEE4-0E0F-4FCA-A4B0-E20AD8C04C13}" type="pres">
      <dgm:prSet presAssocID="{FCC504F5-317D-4294-815B-28489BDC5845}" presName="composite" presStyleCnt="0"/>
      <dgm:spPr/>
    </dgm:pt>
    <dgm:pt modelId="{A16E3110-57E1-4619-A55C-DCD0DD5CE084}" type="pres">
      <dgm:prSet presAssocID="{FCC504F5-317D-4294-815B-28489BDC584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544D3F38-216B-445A-B1B9-8008AEDB7A9D}" type="pres">
      <dgm:prSet presAssocID="{FCC504F5-317D-4294-815B-28489BDC5845}" presName="descendantText" presStyleLbl="alignAcc1" presStyleIdx="0" presStyleCnt="3">
        <dgm:presLayoutVars>
          <dgm:bulletEnabled val="1"/>
        </dgm:presLayoutVars>
      </dgm:prSet>
      <dgm:spPr/>
    </dgm:pt>
    <dgm:pt modelId="{D3A691E5-F443-4F8D-81BB-9D15C0875E8C}" type="pres">
      <dgm:prSet presAssocID="{67223200-D196-44B3-9DFD-D095DDBC10AB}" presName="sp" presStyleCnt="0"/>
      <dgm:spPr/>
    </dgm:pt>
    <dgm:pt modelId="{D4BECBBB-7CE2-4791-839D-9FE6F36B775D}" type="pres">
      <dgm:prSet presAssocID="{780FAED3-C4BD-4FF1-8B67-8499CCFAE2ED}" presName="composite" presStyleCnt="0"/>
      <dgm:spPr/>
    </dgm:pt>
    <dgm:pt modelId="{722E1094-83C7-45E2-B20F-DB9D09AD94F0}" type="pres">
      <dgm:prSet presAssocID="{780FAED3-C4BD-4FF1-8B67-8499CCFAE2E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AC67BBE6-9B82-4D3D-BF22-48713AF46E9C}" type="pres">
      <dgm:prSet presAssocID="{780FAED3-C4BD-4FF1-8B67-8499CCFAE2ED}" presName="descendantText" presStyleLbl="alignAcc1" presStyleIdx="1" presStyleCnt="3">
        <dgm:presLayoutVars>
          <dgm:bulletEnabled val="1"/>
        </dgm:presLayoutVars>
      </dgm:prSet>
      <dgm:spPr/>
    </dgm:pt>
    <dgm:pt modelId="{5C381A65-34D3-41B1-9499-0884AAA35FC6}" type="pres">
      <dgm:prSet presAssocID="{34435F2A-D730-405E-99D5-BBC9FB7499FA}" presName="sp" presStyleCnt="0"/>
      <dgm:spPr/>
    </dgm:pt>
    <dgm:pt modelId="{C1BF0EA4-CB4D-4391-82EF-EC1874A282F9}" type="pres">
      <dgm:prSet presAssocID="{1D70B282-9875-47E1-864B-0DB9F83A3309}" presName="composite" presStyleCnt="0"/>
      <dgm:spPr/>
    </dgm:pt>
    <dgm:pt modelId="{95C8A2DE-C1F8-4D5A-A3A4-1DC2FA1C0073}" type="pres">
      <dgm:prSet presAssocID="{1D70B282-9875-47E1-864B-0DB9F83A330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E17FEF5-EEE1-41BB-96FD-8FBB3FCF3860}" type="pres">
      <dgm:prSet presAssocID="{1D70B282-9875-47E1-864B-0DB9F83A330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E8F78B6C-91D1-4CA5-B074-8A143AE4D09D}" srcId="{DF9829FD-DD90-4EE7-BCD7-4AF299D6F45A}" destId="{FCC504F5-317D-4294-815B-28489BDC5845}" srcOrd="0" destOrd="0" parTransId="{8F05BE86-1921-41BD-B82E-72272E9475E9}" sibTransId="{67223200-D196-44B3-9DFD-D095DDBC10AB}"/>
    <dgm:cxn modelId="{652CED36-4DA1-48B9-9640-3EE194B9F3E0}" srcId="{FCC504F5-317D-4294-815B-28489BDC5845}" destId="{F3F66F6A-184E-4CBB-A544-AC2BF2A74FC0}" srcOrd="0" destOrd="0" parTransId="{7A0C70B0-5DAE-45AB-9915-863AC3FA4D2D}" sibTransId="{47DD308A-8526-455B-A37F-FEE2CC1C75AF}"/>
    <dgm:cxn modelId="{7CA9D6A2-9DBD-4D38-A28E-251FD4005FD8}" srcId="{DF9829FD-DD90-4EE7-BCD7-4AF299D6F45A}" destId="{780FAED3-C4BD-4FF1-8B67-8499CCFAE2ED}" srcOrd="1" destOrd="0" parTransId="{88C57C74-C9C4-46CF-A10B-13A1A1E7714C}" sibTransId="{34435F2A-D730-405E-99D5-BBC9FB7499FA}"/>
    <dgm:cxn modelId="{1E44FF08-7942-4E70-968E-CA5FB7CDD80C}" srcId="{780FAED3-C4BD-4FF1-8B67-8499CCFAE2ED}" destId="{3E6D5D4F-935E-467F-A6CA-DFB49E904BF2}" srcOrd="0" destOrd="1" parTransId="{DFE6860A-9AF6-4E3A-8810-968954321458}" sibTransId="{F6E211F9-5728-4C1B-B4EC-036ED0730A63}"/>
    <dgm:cxn modelId="{A144E61B-6D10-4E73-855D-F5E80E19574A}" srcId="{780FAED3-C4BD-4FF1-8B67-8499CCFAE2ED}" destId="{82325CAD-C510-4C2D-8FF9-C5158DB07C80}" srcOrd="1" destOrd="1" parTransId="{24533DDB-B0DD-4476-956F-F4072EF9D94A}" sibTransId="{AA452CBF-669D-43EE-97A7-ACB4E54859FB}"/>
    <dgm:cxn modelId="{F5A0EDEF-CB2F-434C-885F-B4EF27B6D450}" srcId="{DF9829FD-DD90-4EE7-BCD7-4AF299D6F45A}" destId="{1D70B282-9875-47E1-864B-0DB9F83A3309}" srcOrd="2" destOrd="0" parTransId="{4682E278-8387-4875-A48B-989607C0A09E}" sibTransId="{DF77052B-043C-4E4A-8039-9D1D7DFB40F4}"/>
    <dgm:cxn modelId="{4DCD20EC-ED29-4B27-BB4D-7740FBFDF01C}" srcId="{1D70B282-9875-47E1-864B-0DB9F83A3309}" destId="{30BE85C4-8BB0-4C0C-B58F-618B83FFA907}" srcOrd="0" destOrd="2" parTransId="{99A19955-80B2-46DE-B74C-C0C8C4D708F2}" sibTransId="{CB48F5C6-507D-451D-9B2B-7C607BFEAF95}"/>
    <dgm:cxn modelId="{0A0E9494-BE26-41E6-B81D-2A70D21C629F}" type="presOf" srcId="{DF9829FD-DD90-4EE7-BCD7-4AF299D6F45A}" destId="{7BB0B505-7D43-42E4-8FC0-6C91316CBFEB}" srcOrd="0" destOrd="0" presId="urn:microsoft.com/office/officeart/2005/8/layout/chevron2"/>
    <dgm:cxn modelId="{4D29F8F0-D0D6-47B4-BEE8-7E1F6E1C3E5C}" type="presParOf" srcId="{7BB0B505-7D43-42E4-8FC0-6C91316CBFEB}" destId="{97F2BEE4-0E0F-4FCA-A4B0-E20AD8C04C13}" srcOrd="0" destOrd="0" presId="urn:microsoft.com/office/officeart/2005/8/layout/chevron2"/>
    <dgm:cxn modelId="{5D694BE0-2681-479A-9DAC-EBE042FFEAC7}" type="presParOf" srcId="{97F2BEE4-0E0F-4FCA-A4B0-E20AD8C04C13}" destId="{A16E3110-57E1-4619-A55C-DCD0DD5CE084}" srcOrd="0" destOrd="0" presId="urn:microsoft.com/office/officeart/2005/8/layout/chevron2"/>
    <dgm:cxn modelId="{1E1BC8CC-EEA1-4E84-AA60-5B54266387AC}" type="presOf" srcId="{FCC504F5-317D-4294-815B-28489BDC5845}" destId="{A16E3110-57E1-4619-A55C-DCD0DD5CE084}" srcOrd="0" destOrd="0" presId="urn:microsoft.com/office/officeart/2005/8/layout/chevron2"/>
    <dgm:cxn modelId="{32D55F33-B614-4B82-9A98-203E2A7469EA}" type="presParOf" srcId="{97F2BEE4-0E0F-4FCA-A4B0-E20AD8C04C13}" destId="{544D3F38-216B-445A-B1B9-8008AEDB7A9D}" srcOrd="1" destOrd="0" presId="urn:microsoft.com/office/officeart/2005/8/layout/chevron2"/>
    <dgm:cxn modelId="{7F3DA66B-B49F-4C84-9D30-96B95D17690E}" type="presOf" srcId="{F3F66F6A-184E-4CBB-A544-AC2BF2A74FC0}" destId="{544D3F38-216B-445A-B1B9-8008AEDB7A9D}" srcOrd="0" destOrd="0" presId="urn:microsoft.com/office/officeart/2005/8/layout/chevron2"/>
    <dgm:cxn modelId="{0B961920-C9E8-4399-80A5-256E9A510D5B}" type="presParOf" srcId="{7BB0B505-7D43-42E4-8FC0-6C91316CBFEB}" destId="{D3A691E5-F443-4F8D-81BB-9D15C0875E8C}" srcOrd="1" destOrd="0" presId="urn:microsoft.com/office/officeart/2005/8/layout/chevron2"/>
    <dgm:cxn modelId="{89F97AF4-124F-4958-9FFB-6E79B734E743}" type="presOf" srcId="{67223200-D196-44B3-9DFD-D095DDBC10AB}" destId="{D3A691E5-F443-4F8D-81BB-9D15C0875E8C}" srcOrd="0" destOrd="0" presId="urn:microsoft.com/office/officeart/2005/8/layout/chevron2"/>
    <dgm:cxn modelId="{EB9F3DCA-9E15-4039-944F-9EDC5D680020}" type="presParOf" srcId="{7BB0B505-7D43-42E4-8FC0-6C91316CBFEB}" destId="{D4BECBBB-7CE2-4791-839D-9FE6F36B775D}" srcOrd="2" destOrd="0" presId="urn:microsoft.com/office/officeart/2005/8/layout/chevron2"/>
    <dgm:cxn modelId="{FE0A1D5F-D48A-45B0-9600-7D2E9096063F}" type="presParOf" srcId="{D4BECBBB-7CE2-4791-839D-9FE6F36B775D}" destId="{722E1094-83C7-45E2-B20F-DB9D09AD94F0}" srcOrd="0" destOrd="2" presId="urn:microsoft.com/office/officeart/2005/8/layout/chevron2"/>
    <dgm:cxn modelId="{22AFF970-A17D-4AC4-B64F-AF078ED63D30}" type="presOf" srcId="{780FAED3-C4BD-4FF1-8B67-8499CCFAE2ED}" destId="{722E1094-83C7-45E2-B20F-DB9D09AD94F0}" srcOrd="0" destOrd="0" presId="urn:microsoft.com/office/officeart/2005/8/layout/chevron2"/>
    <dgm:cxn modelId="{B7CAE579-15D3-4B65-9CFA-60B6D952B130}" type="presParOf" srcId="{D4BECBBB-7CE2-4791-839D-9FE6F36B775D}" destId="{AC67BBE6-9B82-4D3D-BF22-48713AF46E9C}" srcOrd="1" destOrd="2" presId="urn:microsoft.com/office/officeart/2005/8/layout/chevron2"/>
    <dgm:cxn modelId="{42782717-1925-4C12-948E-9D0C35345BA5}" type="presOf" srcId="{3E6D5D4F-935E-467F-A6CA-DFB49E904BF2}" destId="{AC67BBE6-9B82-4D3D-BF22-48713AF46E9C}" srcOrd="0" destOrd="0" presId="urn:microsoft.com/office/officeart/2005/8/layout/chevron2"/>
    <dgm:cxn modelId="{C811CAE7-B7B9-4825-94A0-2EACE37CC204}" type="presOf" srcId="{82325CAD-C510-4C2D-8FF9-C5158DB07C80}" destId="{AC67BBE6-9B82-4D3D-BF22-48713AF46E9C}" srcOrd="0" destOrd="1" presId="urn:microsoft.com/office/officeart/2005/8/layout/chevron2"/>
    <dgm:cxn modelId="{AA07B48F-1A8D-4204-960F-ECB633E59B7E}" type="presParOf" srcId="{7BB0B505-7D43-42E4-8FC0-6C91316CBFEB}" destId="{5C381A65-34D3-41B1-9499-0884AAA35FC6}" srcOrd="3" destOrd="0" presId="urn:microsoft.com/office/officeart/2005/8/layout/chevron2"/>
    <dgm:cxn modelId="{8D458A0C-8F2F-4B46-8A91-CF838C67339B}" type="presOf" srcId="{34435F2A-D730-405E-99D5-BBC9FB7499FA}" destId="{5C381A65-34D3-41B1-9499-0884AAA35FC6}" srcOrd="0" destOrd="0" presId="urn:microsoft.com/office/officeart/2005/8/layout/chevron2"/>
    <dgm:cxn modelId="{287250F6-13BD-483C-B27D-BF86C5B33AE8}" type="presParOf" srcId="{7BB0B505-7D43-42E4-8FC0-6C91316CBFEB}" destId="{C1BF0EA4-CB4D-4391-82EF-EC1874A282F9}" srcOrd="4" destOrd="0" presId="urn:microsoft.com/office/officeart/2005/8/layout/chevron2"/>
    <dgm:cxn modelId="{D3989AAC-3E73-46AD-A8A3-9AD5C0AD7CD3}" type="presParOf" srcId="{C1BF0EA4-CB4D-4391-82EF-EC1874A282F9}" destId="{95C8A2DE-C1F8-4D5A-A3A4-1DC2FA1C0073}" srcOrd="0" destOrd="4" presId="urn:microsoft.com/office/officeart/2005/8/layout/chevron2"/>
    <dgm:cxn modelId="{C36BA9DB-BF69-4106-9C58-D37EC99F62B8}" type="presOf" srcId="{1D70B282-9875-47E1-864B-0DB9F83A3309}" destId="{95C8A2DE-C1F8-4D5A-A3A4-1DC2FA1C0073}" srcOrd="0" destOrd="0" presId="urn:microsoft.com/office/officeart/2005/8/layout/chevron2"/>
    <dgm:cxn modelId="{637C6824-4E2B-478F-9772-A324102CA4B1}" type="presParOf" srcId="{C1BF0EA4-CB4D-4391-82EF-EC1874A282F9}" destId="{BE17FEF5-EEE1-41BB-96FD-8FBB3FCF3860}" srcOrd="1" destOrd="4" presId="urn:microsoft.com/office/officeart/2005/8/layout/chevron2"/>
    <dgm:cxn modelId="{4FF99F67-A07C-4FEB-8ADF-0FB5E4F4300B}" type="presOf" srcId="{30BE85C4-8BB0-4C0C-B58F-618B83FFA907}" destId="{BE17FEF5-EEE1-41BB-96FD-8FBB3FCF3860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886065" cy="4351655"/>
        <a:chOff x="0" y="0"/>
        <a:chExt cx="7886065" cy="4351655"/>
      </a:xfrm>
    </dsp:grpSpPr>
    <dsp:sp modelId="{A16E3110-57E1-4619-A55C-DCD0DD5CE084}">
      <dsp:nvSpPr>
        <dsp:cNvPr id="3" name="燕尾形 2"/>
        <dsp:cNvSpPr/>
      </dsp:nvSpPr>
      <dsp:spPr bwMode="white">
        <a:xfrm rot="5400000">
          <a:off x="-237035" y="237035"/>
          <a:ext cx="1580234" cy="1106164"/>
        </a:xfrm>
        <a:prstGeom prst="chevron">
          <a:avLst/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3335" tIns="13335" rIns="13335" bIns="13335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去除配置</a:t>
          </a:r>
          <a:endParaRPr lang="zh-CN" altLang="en-US"/>
        </a:p>
      </dsp:txBody>
      <dsp:txXfrm rot="5400000">
        <a:off x="-237035" y="237035"/>
        <a:ext cx="1580234" cy="1106164"/>
      </dsp:txXfrm>
    </dsp:sp>
    <dsp:sp modelId="{544D3F38-216B-445A-B1B9-8008AEDB7A9D}">
      <dsp:nvSpPr>
        <dsp:cNvPr id="4" name="同侧圆角矩形 3"/>
        <dsp:cNvSpPr/>
      </dsp:nvSpPr>
      <dsp:spPr bwMode="white">
        <a:xfrm rot="5400000">
          <a:off x="3982538" y="-2876374"/>
          <a:ext cx="1027152" cy="6779901"/>
        </a:xfrm>
        <a:prstGeom prst="round2SameRect">
          <a:avLst/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99568" tIns="8890" rIns="8890" bIns="8890" anchor="ctr"/>
        <a:lstStyle>
          <a:lvl1pPr algn="l">
            <a:defRPr sz="14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>
            <a:solidFill>
              <a:schemeClr val="dk1"/>
            </a:solidFill>
          </a:endParaRPr>
        </a:p>
      </dsp:txBody>
      <dsp:txXfrm rot="5400000">
        <a:off x="3982538" y="-2876374"/>
        <a:ext cx="1027152" cy="6779901"/>
      </dsp:txXfrm>
    </dsp:sp>
    <dsp:sp modelId="{722E1094-83C7-45E2-B20F-DB9D09AD94F0}">
      <dsp:nvSpPr>
        <dsp:cNvPr id="5" name="燕尾形 4"/>
        <dsp:cNvSpPr/>
      </dsp:nvSpPr>
      <dsp:spPr bwMode="white">
        <a:xfrm rot="5400000">
          <a:off x="-237035" y="1622746"/>
          <a:ext cx="1580234" cy="1106164"/>
        </a:xfrm>
        <a:prstGeom prst="chevron">
          <a:avLst/>
        </a:prstGeom>
      </dsp:spPr>
      <dsp:style>
        <a:lnRef idx="2">
          <a:schemeClr val="accent4">
            <a:hueOff val="4890000"/>
            <a:satOff val="-20391"/>
            <a:lumOff val="4706"/>
            <a:alpha val="100000"/>
          </a:schemeClr>
        </a:lnRef>
        <a:fillRef idx="1">
          <a:schemeClr val="accent4">
            <a:hueOff val="4890000"/>
            <a:satOff val="-20391"/>
            <a:lumOff val="470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3335" tIns="13335" rIns="13335" bIns="13335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编译</a:t>
          </a:r>
          <a:endParaRPr lang="zh-CN" altLang="en-US"/>
        </a:p>
      </dsp:txBody>
      <dsp:txXfrm rot="5400000">
        <a:off x="-237035" y="1622746"/>
        <a:ext cx="1580234" cy="1106164"/>
      </dsp:txXfrm>
    </dsp:sp>
    <dsp:sp modelId="{AC67BBE6-9B82-4D3D-BF22-48713AF46E9C}">
      <dsp:nvSpPr>
        <dsp:cNvPr id="6" name="同侧圆角矩形 5"/>
        <dsp:cNvSpPr/>
      </dsp:nvSpPr>
      <dsp:spPr bwMode="white">
        <a:xfrm rot="5400000">
          <a:off x="3982538" y="-1490664"/>
          <a:ext cx="1027152" cy="6779901"/>
        </a:xfrm>
        <a:prstGeom prst="round2SameRect">
          <a:avLst/>
        </a:prstGeom>
      </dsp:spPr>
      <dsp:style>
        <a:lnRef idx="2">
          <a:schemeClr val="accent4">
            <a:hueOff val="4890000"/>
            <a:satOff val="-20391"/>
            <a:lumOff val="470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99568" tIns="8890" rIns="8890" bIns="8890" anchor="ctr"/>
        <a:lstStyle>
          <a:lvl1pPr algn="l">
            <a:defRPr sz="14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  <a:sym typeface="+mn-ea"/>
            </a:rPr>
            <a:t>./build_qcm6490_all.sh MC917 BUILD ADSP  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  <a:sym typeface="+mn-ea"/>
            </a:rPr>
            <a:t>./build_qcm6490_all.sh MC917 BU</a:t>
          </a:r>
          <a:endParaRPr lang="zh-CN" altLang="en-US">
            <a:solidFill>
              <a:schemeClr val="dk1"/>
            </a:solidFill>
          </a:endParaRPr>
        </a:p>
      </dsp:txBody>
      <dsp:txXfrm rot="5400000">
        <a:off x="3982538" y="-1490664"/>
        <a:ext cx="1027152" cy="6779901"/>
      </dsp:txXfrm>
    </dsp:sp>
    <dsp:sp modelId="{95C8A2DE-C1F8-4D5A-A3A4-1DC2FA1C0073}">
      <dsp:nvSpPr>
        <dsp:cNvPr id="7" name="燕尾形 6"/>
        <dsp:cNvSpPr/>
      </dsp:nvSpPr>
      <dsp:spPr bwMode="white">
        <a:xfrm rot="5400000">
          <a:off x="-237035" y="3008456"/>
          <a:ext cx="1580234" cy="1106164"/>
        </a:xfrm>
        <a:prstGeom prst="chevron">
          <a:avLst/>
        </a:prstGeom>
      </dsp:spPr>
      <dsp:style>
        <a:lnRef idx="2">
          <a:schemeClr val="accent4">
            <a:hueOff val="9780000"/>
            <a:satOff val="-40783"/>
            <a:lumOff val="9412"/>
            <a:alpha val="100000"/>
          </a:schemeClr>
        </a:lnRef>
        <a:fillRef idx="1">
          <a:schemeClr val="accent4">
            <a:hueOff val="9780000"/>
            <a:satOff val="-40783"/>
            <a:lumOff val="941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3335" tIns="13335" rIns="13335" bIns="13335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烧录</a:t>
          </a:r>
          <a:endParaRPr lang="zh-CN" altLang="en-US"/>
        </a:p>
      </dsp:txBody>
      <dsp:txXfrm rot="5400000">
        <a:off x="-237035" y="3008456"/>
        <a:ext cx="1580234" cy="1106164"/>
      </dsp:txXfrm>
    </dsp:sp>
    <dsp:sp modelId="{BE17FEF5-EEE1-41BB-96FD-8FBB3FCF3860}">
      <dsp:nvSpPr>
        <dsp:cNvPr id="8" name="同侧圆角矩形 7"/>
        <dsp:cNvSpPr/>
      </dsp:nvSpPr>
      <dsp:spPr bwMode="white">
        <a:xfrm rot="5400000">
          <a:off x="3982538" y="-104954"/>
          <a:ext cx="1027152" cy="6779901"/>
        </a:xfrm>
        <a:prstGeom prst="round2SameRect">
          <a:avLst/>
        </a:prstGeom>
      </dsp:spPr>
      <dsp:style>
        <a:lnRef idx="2">
          <a:schemeClr val="accent4">
            <a:hueOff val="9780000"/>
            <a:satOff val="-40783"/>
            <a:lumOff val="9412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99568" tIns="8890" rIns="8890" bIns="8890" anchor="ctr"/>
        <a:lstStyle>
          <a:lvl1pPr algn="l">
            <a:defRPr sz="14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rgbClr val="00B0F0"/>
              </a:solidFill>
              <a:sym typeface="+mn-ea"/>
            </a:rPr>
            <a:t>对生成的NON_HLOS.bin文件进行烧录，</a:t>
          </a:r>
          <a:br>
            <a:rPr lang="zh-CN" altLang="en-US">
              <a:solidFill>
                <a:srgbClr val="00B0F0"/>
              </a:solidFill>
              <a:sym typeface="+mn-ea"/>
            </a:rPr>
          </a:br>
          <a:r>
            <a:rPr lang="zh-CN" altLang="en-US">
              <a:solidFill>
                <a:srgbClr val="00B0F0"/>
              </a:solidFill>
              <a:sym typeface="+mn-ea"/>
            </a:rPr>
            <a:t>adb reboot bootloader; </a:t>
          </a:r>
          <a:br>
            <a:rPr lang="zh-CN" altLang="en-US">
              <a:solidFill>
                <a:srgbClr val="00B0F0"/>
              </a:solidFill>
              <a:sym typeface="+mn-ea"/>
            </a:rPr>
          </a:br>
          <a:r>
            <a:rPr lang="zh-CN" altLang="en-US">
              <a:solidFill>
                <a:srgbClr val="00B0F0"/>
              </a:solidFill>
              <a:sym typeface="+mn-ea"/>
            </a:rPr>
            <a:t>fastboot flash modem NON_HLOS.bin；</a:t>
          </a:r>
          <a:br>
            <a:rPr lang="zh-CN" altLang="en-US">
              <a:solidFill>
                <a:srgbClr val="00B0F0"/>
              </a:solidFill>
              <a:sym typeface="+mn-ea"/>
            </a:rPr>
          </a:br>
          <a:endParaRPr lang="zh-CN" altLang="en-US">
            <a:solidFill>
              <a:schemeClr val="dk1"/>
            </a:solidFill>
          </a:endParaRPr>
        </a:p>
      </dsp:txBody>
      <dsp:txXfrm rot="5400000">
        <a:off x="3982538" y="-104954"/>
        <a:ext cx="1027152" cy="6779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9220A-73E9-4B9C-9E3B-53973F2386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E7139-2570-43E3-9B5D-C7820EC1FC1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开始了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早期的平台是使用的是SSC架构，比较新一点的平台比6490等使用的是SEE架构，新架构相比老架构相比，在基础调试都是封装起来的，可以直接用，更方便一些，但是相对的是在代码方面，新架构则会更难理解一些。</a:t>
            </a:r>
            <a:endParaRPr lang="zh-CN" altLang="en-US"/>
          </a:p>
          <a:p>
            <a:r>
              <a:rPr lang="zh-CN" altLang="en-US"/>
              <a:t>从对比图中可以看出，新架构要更加的简化，核心在于SEE，很多东西都是封装在一起的，可以直接调用，不用像老架构进行一步一步的配置；这里只是简单说一下新架构和老架构的区别，我主要是讲的是Sensor在SEE架构下的移植过程，及调试过程中遇到的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i2C数据线和信号线，orient组，里面的，三个方向是一般是指南针和重力调试的最多。最终方向根据硬件回板之后进行调试，【测试钻牛角】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这是917，G-sensor的原理图，I2C的两根线所对应的GPIO引脚，这个比较特殊的是有两个中断引脚(INT2 INT1 INT代表中断)，GPIO103和GPIO102，如果要确定使用了那个中断引脚，一个是看芯片手册，根据特性进行选择，一个是询问F</a:t>
            </a:r>
            <a:r>
              <a:rPr lang="en-US" altLang="zh-CN"/>
              <a:t>A</a:t>
            </a:r>
            <a:r>
              <a:rPr lang="zh-CN" altLang="en-US"/>
              <a:t>E。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project verson 通过show函数将不同设备信息写的节点中</a:t>
            </a:r>
            <a:endParaRPr lang="zh-CN" altLang="en-US"/>
          </a:p>
          <a:p>
            <a:r>
              <a:rPr lang="zh-CN" altLang="en-US"/>
              <a:t>目的是给注册表提供路径和信息，config里面信息更新，需要将version +1</a:t>
            </a:r>
            <a:endParaRPr lang="zh-CN" altLang="en-US"/>
          </a:p>
          <a:p>
            <a:r>
              <a:rPr lang="zh-CN" altLang="en-US"/>
              <a:t>后面在调试的时候关于这个版本兼容的也会提一下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Sensor hal对上提供一套接口，对下提供一套接口，1. 封装底层接口，对上提供统一接口，2.打开Sensor设备，提供相关操作接口。</a:t>
            </a:r>
            <a:endParaRPr lang="zh-CN" altLang="en-US"/>
          </a:p>
          <a:p>
            <a:r>
              <a:rPr lang="zh-CN" altLang="en-US"/>
              <a:t>在Sensor驱动代码中，suid通常与Sensor对象相关联，并在Sensor对象初始化时被分配。应用程序可以通过Sensor的suid值来访问和控制相应的Sensor硬件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为什么是bmi16x，而不是bmi160,这是因为sensor同一系列有时候会有好多型号，这些配置基本都是类似的，因此厂商在集成驱动代码的时候就将它们集成在一套里面。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将senosr型号添加到por.py文件中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在AP侧移植的时候提过了一下，图中LPI_QUP所对应的GPIO就是专门给Sensor用的</a:t>
            </a:r>
            <a:endParaRPr lang="zh-CN" altLang="en-US"/>
          </a:p>
          <a:p>
            <a:r>
              <a:rPr lang="zh-CN" altLang="en-US"/>
              <a:t>L0,SDA L1,SCL （QUP）v3取代。以SM4350为例，一共有12组QUP端口：其中8组QUP为通用的输入输出，4组QUP作为高通的sensing hub。</a:t>
            </a:r>
            <a:endParaRPr lang="zh-CN" altLang="en-US"/>
          </a:p>
          <a:p>
            <a:r>
              <a:rPr lang="zh-CN" altLang="en-US"/>
              <a:t>每个QUP有7个GPIO（输入/输出），编号从0到6。</a:t>
            </a:r>
            <a:endParaRPr lang="zh-CN" altLang="en-US"/>
          </a:p>
          <a:p>
            <a:r>
              <a:rPr lang="zh-CN" altLang="en-US"/>
              <a:t>"TZ"是指TrustZone（可信区域），它是一种硬件级别的安全扩展，用于提供更高的系统安全性。</a:t>
            </a:r>
            <a:endParaRPr lang="zh-CN" altLang="en-US"/>
          </a:p>
          <a:p>
            <a:r>
              <a:rPr lang="zh-CN" altLang="en-US"/>
              <a:t>在Sensor驱动中，当需要进行敏感操作（例如释放GPIO权限）时，通常需要在Secure World中进行，以确保操作的安全性和完整性。比如，在TZ中释放GPIO权限，意味着这个操作是受到TrustZone保护的，只有经过授权的具有合适权限的软件组件才能执行该操作。这样可以防止未经授权的访问和恶意篡改操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刚在AP侧说到bus_instance  = QUP +1 源码在qup_imstance_mapping.c 文件中      indes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上图中LPI QUP----&gt;SE0-SE5;与下图中的QUPV3_SSC_SE0-SE5一一对应。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在调试过程中需要多次尝试更改方向，验证是否正确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于成功打开和读取Sensor/config下的json配置文件，先解析文件头部配置，将每个条目与设备硬配置进行比较，如果有不匹配项，文件终止处理，并且注册表将文件标记为已解析，如注册表获取的hw_project的信息与json文件的不匹配文件将终止解析，所以条目都找到匹配项将继续解析文件的其余部分。解析的结果被临时存储。成功解析中整个文件中后，将内容合并到注册表中每个组中，如果注册表中不存在现有组，合并并保存新组，如果现有组存在，遍历所有组项，检查现有版本是否小于新版本，则更新现有项的值，如果大于或者等于则不更新，这刚才所说的更新json文件数据的两种方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因为json文件的解析需要头文件的信息进行比较匹配，那就可以根据不同设备的硬件版本号去，给注册表提供不同的信息，进而解析出对应的json文件，以完成版本兼容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测试那设备正常升级，只单刷split,结果是json文件未能正常解析，在/registry不更新配置文件。排查问题，cat hwproject 信息正常，且ver 等级+1，在烧录新版之后，全擦之后，能正常解析。后来在晗哥的提醒下，sensor有些配置文件存在persist分区中，因为我做的版本兼容，所以要在刷split之前，刷一下FFBM，不用全擦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这里提到917设备的光矩感sensor,是因为在调试过程中，因为结构原因会造成松动，测试的时候发现待机充电死机进dump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uer_pd_init,里面有延时代码，只需要将init_delayed设为true就行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tags" Target="../tags/tag5.xml"/><Relationship Id="rId4" Type="http://schemas.openxmlformats.org/officeDocument/2006/relationships/image" Target="../media/image7.png"/><Relationship Id="rId3" Type="http://schemas.openxmlformats.org/officeDocument/2006/relationships/tags" Target="../tags/tag4.xml"/><Relationship Id="rId2" Type="http://schemas.openxmlformats.org/officeDocument/2006/relationships/image" Target="../media/image6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0.xml"/><Relationship Id="rId7" Type="http://schemas.openxmlformats.org/officeDocument/2006/relationships/image" Target="../media/image11.png"/><Relationship Id="rId6" Type="http://schemas.openxmlformats.org/officeDocument/2006/relationships/tags" Target="../tags/tag9.xml"/><Relationship Id="rId5" Type="http://schemas.openxmlformats.org/officeDocument/2006/relationships/image" Target="../media/image10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image" Target="../media/image9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1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tags" Target="../tags/tag15.xml"/><Relationship Id="rId5" Type="http://schemas.openxmlformats.org/officeDocument/2006/relationships/image" Target="../media/image14.png"/><Relationship Id="rId4" Type="http://schemas.openxmlformats.org/officeDocument/2006/relationships/tags" Target="../tags/tag14.xml"/><Relationship Id="rId3" Type="http://schemas.openxmlformats.org/officeDocument/2006/relationships/image" Target="../media/image13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6" Type="http://schemas.openxmlformats.org/officeDocument/2006/relationships/tags" Target="../tags/tag1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tags" Target="../tags/tag17.xml"/><Relationship Id="rId2" Type="http://schemas.openxmlformats.org/officeDocument/2006/relationships/image" Target="../media/image16.png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tags" Target="../tags/tag21.xml"/><Relationship Id="rId3" Type="http://schemas.openxmlformats.org/officeDocument/2006/relationships/image" Target="../media/image20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tags" Target="../tags/tag26.xml"/><Relationship Id="rId2" Type="http://schemas.openxmlformats.org/officeDocument/2006/relationships/image" Target="../media/image24.png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tags" Target="../tags/tag29.xml"/><Relationship Id="rId4" Type="http://schemas.openxmlformats.org/officeDocument/2006/relationships/image" Target="../media/image27.png"/><Relationship Id="rId3" Type="http://schemas.openxmlformats.org/officeDocument/2006/relationships/tags" Target="../tags/tag28.xml"/><Relationship Id="rId2" Type="http://schemas.openxmlformats.org/officeDocument/2006/relationships/image" Target="../media/image26.png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tags" Target="../tags/tag34.xml"/><Relationship Id="rId4" Type="http://schemas.openxmlformats.org/officeDocument/2006/relationships/image" Target="../media/image33.png"/><Relationship Id="rId3" Type="http://schemas.openxmlformats.org/officeDocument/2006/relationships/tags" Target="../tags/tag33.xml"/><Relationship Id="rId2" Type="http://schemas.openxmlformats.org/officeDocument/2006/relationships/image" Target="../media/image32.png"/><Relationship Id="rId1" Type="http://schemas.openxmlformats.org/officeDocument/2006/relationships/tags" Target="../tags/tag3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tags" Target="../tags/tag3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tags" Target="../tags/tag37.xml"/><Relationship Id="rId1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image" Target="../media/image42.png"/><Relationship Id="rId7" Type="http://schemas.openxmlformats.org/officeDocument/2006/relationships/tags" Target="../tags/tag41.xml"/><Relationship Id="rId6" Type="http://schemas.openxmlformats.org/officeDocument/2006/relationships/image" Target="../media/image20.png"/><Relationship Id="rId5" Type="http://schemas.openxmlformats.org/officeDocument/2006/relationships/tags" Target="../tags/tag40.xml"/><Relationship Id="rId4" Type="http://schemas.openxmlformats.org/officeDocument/2006/relationships/image" Target="../media/image9.png"/><Relationship Id="rId3" Type="http://schemas.openxmlformats.org/officeDocument/2006/relationships/tags" Target="../tags/tag39.xml"/><Relationship Id="rId2" Type="http://schemas.openxmlformats.org/officeDocument/2006/relationships/image" Target="../media/image41.png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6.png"/><Relationship Id="rId15" Type="http://schemas.openxmlformats.org/officeDocument/2006/relationships/tags" Target="../tags/tag45.xml"/><Relationship Id="rId14" Type="http://schemas.openxmlformats.org/officeDocument/2006/relationships/image" Target="../media/image45.png"/><Relationship Id="rId13" Type="http://schemas.openxmlformats.org/officeDocument/2006/relationships/tags" Target="../tags/tag44.xml"/><Relationship Id="rId12" Type="http://schemas.openxmlformats.org/officeDocument/2006/relationships/image" Target="../media/image44.png"/><Relationship Id="rId11" Type="http://schemas.openxmlformats.org/officeDocument/2006/relationships/tags" Target="../tags/tag43.xml"/><Relationship Id="rId10" Type="http://schemas.openxmlformats.org/officeDocument/2006/relationships/image" Target="../media/image43.png"/><Relationship Id="rId1" Type="http://schemas.openxmlformats.org/officeDocument/2006/relationships/tags" Target="../tags/tag38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tags" Target="../tags/tag47.xml"/><Relationship Id="rId3" Type="http://schemas.openxmlformats.org/officeDocument/2006/relationships/image" Target="../media/image48.png"/><Relationship Id="rId2" Type="http://schemas.openxmlformats.org/officeDocument/2006/relationships/tags" Target="../tags/tag46.xml"/><Relationship Id="rId1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48.xml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png"/><Relationship Id="rId2" Type="http://schemas.openxmlformats.org/officeDocument/2006/relationships/tags" Target="../tags/tag49.xml"/><Relationship Id="rId1" Type="http://schemas.openxmlformats.org/officeDocument/2006/relationships/image" Target="../media/image5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tags" Target="../tags/tag5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tags" Target="../tags/tag5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6.png"/><Relationship Id="rId6" Type="http://schemas.openxmlformats.org/officeDocument/2006/relationships/tags" Target="../tags/tag5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tags" Target="../tags/tag53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jpeg"/><Relationship Id="rId1" Type="http://schemas.openxmlformats.org/officeDocument/2006/relationships/image" Target="../media/image58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1.png"/><Relationship Id="rId3" Type="http://schemas.openxmlformats.org/officeDocument/2006/relationships/tags" Target="../tags/tag55.xml"/><Relationship Id="rId2" Type="http://schemas.openxmlformats.org/officeDocument/2006/relationships/image" Target="../media/image60.png"/><Relationship Id="rId1" Type="http://schemas.openxmlformats.org/officeDocument/2006/relationships/tags" Target="../tags/tag5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tags" Target="../tags/tag5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tags" Target="../tags/tag5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tags" Target="../tags/tag5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1" Type="http://schemas.openxmlformats.org/officeDocument/2006/relationships/tags" Target="../tags/tag5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同心圆 27"/>
          <p:cNvSpPr/>
          <p:nvPr/>
        </p:nvSpPr>
        <p:spPr>
          <a:xfrm>
            <a:off x="2437351" y="5685701"/>
            <a:ext cx="6364299" cy="6110630"/>
          </a:xfrm>
          <a:prstGeom prst="donut">
            <a:avLst/>
          </a:prstGeom>
          <a:solidFill>
            <a:srgbClr val="DBE6EE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27" name="同心圆 26"/>
          <p:cNvSpPr/>
          <p:nvPr/>
        </p:nvSpPr>
        <p:spPr>
          <a:xfrm>
            <a:off x="-505135" y="-240010"/>
            <a:ext cx="2032382" cy="1951375"/>
          </a:xfrm>
          <a:prstGeom prst="donut">
            <a:avLst/>
          </a:prstGeom>
          <a:solidFill>
            <a:srgbClr val="CFDEE8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2644140"/>
            <a:ext cx="97980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SEE</a:t>
            </a:r>
            <a:r>
              <a:rPr lang="zh-CN" altLang="en-US" sz="6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架构下</a:t>
            </a:r>
            <a:r>
              <a:rPr lang="en-US" altLang="zh-CN" sz="6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Sensor</a:t>
            </a:r>
            <a:r>
              <a:rPr lang="zh-CN" altLang="en-US" sz="6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移植</a:t>
            </a:r>
            <a:endParaRPr lang="en-US" altLang="zh-CN" sz="6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5897" y="816839"/>
            <a:ext cx="8968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spc="3000" dirty="0">
                <a:solidFill>
                  <a:srgbClr val="FB471D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ENTERPRISE TRAINING</a:t>
            </a:r>
            <a:endParaRPr lang="en-US" altLang="zh-CN" sz="1100" spc="3000" dirty="0">
              <a:solidFill>
                <a:srgbClr val="FB471D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2069850" y="3870014"/>
            <a:ext cx="5403994" cy="0"/>
          </a:xfrm>
          <a:prstGeom prst="line">
            <a:avLst/>
          </a:prstGeom>
          <a:ln>
            <a:solidFill>
              <a:srgbClr val="FB471D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765685" y="5165780"/>
            <a:ext cx="2126574" cy="673050"/>
          </a:xfrm>
          <a:prstGeom prst="roundRect">
            <a:avLst>
              <a:gd name="adj" fmla="val 50000"/>
            </a:avLst>
          </a:prstGeom>
          <a:solidFill>
            <a:srgbClr val="FB4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919864" y="5317639"/>
            <a:ext cx="18182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2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驱动：李乾</a:t>
            </a:r>
            <a:endParaRPr lang="zh-CN" altLang="en-US" dirty="0">
              <a:solidFill>
                <a:schemeClr val="bg2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72238" y="787241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25" name="同心圆 24"/>
          <p:cNvSpPr/>
          <p:nvPr/>
        </p:nvSpPr>
        <p:spPr>
          <a:xfrm>
            <a:off x="-5867557" y="-142729"/>
            <a:ext cx="7133747" cy="6849409"/>
          </a:xfrm>
          <a:prstGeom prst="donut">
            <a:avLst/>
          </a:prstGeom>
          <a:solidFill>
            <a:srgbClr val="FED9D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4" name="同心圆 3"/>
          <p:cNvSpPr/>
          <p:nvPr/>
        </p:nvSpPr>
        <p:spPr>
          <a:xfrm>
            <a:off x="9484735" y="342900"/>
            <a:ext cx="7133747" cy="6849409"/>
          </a:xfrm>
          <a:prstGeom prst="donut">
            <a:avLst/>
          </a:prstGeom>
          <a:solidFill>
            <a:srgbClr val="FB481E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48652" y="1396903"/>
            <a:ext cx="1078196" cy="3768877"/>
            <a:chOff x="1288882" y="567159"/>
            <a:chExt cx="1078196" cy="4097438"/>
          </a:xfrm>
        </p:grpSpPr>
        <p:cxnSp>
          <p:nvCxnSpPr>
            <p:cNvPr id="18" name="直线连接符 17"/>
            <p:cNvCxnSpPr/>
            <p:nvPr/>
          </p:nvCxnSpPr>
          <p:spPr>
            <a:xfrm>
              <a:off x="1288882" y="601883"/>
              <a:ext cx="1078196" cy="0"/>
            </a:xfrm>
            <a:prstGeom prst="line">
              <a:avLst/>
            </a:prstGeom>
            <a:ln w="76200">
              <a:solidFill>
                <a:srgbClr val="FB47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>
              <a:off x="1317763" y="567159"/>
              <a:ext cx="0" cy="4097438"/>
            </a:xfrm>
            <a:prstGeom prst="line">
              <a:avLst/>
            </a:prstGeom>
            <a:ln w="76200">
              <a:solidFill>
                <a:srgbClr val="FB47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/>
            <p:cNvCxnSpPr/>
            <p:nvPr/>
          </p:nvCxnSpPr>
          <p:spPr>
            <a:xfrm>
              <a:off x="1288882" y="4620229"/>
              <a:ext cx="1078196" cy="0"/>
            </a:xfrm>
            <a:prstGeom prst="line">
              <a:avLst/>
            </a:prstGeom>
            <a:ln w="76200">
              <a:solidFill>
                <a:srgbClr val="FB47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同心圆 25"/>
          <p:cNvSpPr/>
          <p:nvPr/>
        </p:nvSpPr>
        <p:spPr>
          <a:xfrm>
            <a:off x="8674095" y="2348179"/>
            <a:ext cx="2032382" cy="1951375"/>
          </a:xfrm>
          <a:prstGeom prst="donut">
            <a:avLst/>
          </a:prstGeom>
          <a:solidFill>
            <a:srgbClr val="CFDEE8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2000">
        <p:split orient="vert"/>
      </p:transition>
    </mc:Choice>
    <mc:Fallback>
      <p:transition spd="slow" advTm="2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7" grpId="0" bldLvl="0" animBg="1"/>
      <p:bldP spid="6" grpId="0"/>
      <p:bldP spid="7" grpId="0"/>
      <p:bldP spid="9" grpId="0" bldLvl="0" animBg="1"/>
      <p:bldP spid="8" grpId="0"/>
      <p:bldP spid="25" grpId="0" bldLvl="0" animBg="1"/>
      <p:bldP spid="4" grpId="0" bldLvl="0" animBg="1"/>
      <p:bldP spid="26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Documents and Settings\Administrator\桌面\ppt-29.png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>
            <a:lum bright="24000" contrast="-6000"/>
          </a:blip>
          <a:srcRect/>
          <a:stretch>
            <a:fillRect/>
          </a:stretch>
        </p:blipFill>
        <p:spPr bwMode="auto">
          <a:xfrm>
            <a:off x="331418" y="1166435"/>
            <a:ext cx="4300200" cy="4525433"/>
          </a:xfrm>
          <a:prstGeom prst="rect">
            <a:avLst/>
          </a:prstGeom>
          <a:noFill/>
        </p:spPr>
      </p:pic>
      <p:grpSp>
        <p:nvGrpSpPr>
          <p:cNvPr id="12" name="组合 11"/>
          <p:cNvGrpSpPr/>
          <p:nvPr/>
        </p:nvGrpSpPr>
        <p:grpSpPr>
          <a:xfrm>
            <a:off x="5165725" y="1150620"/>
            <a:ext cx="6109970" cy="5568950"/>
            <a:chOff x="8407" y="2187"/>
            <a:chExt cx="9622" cy="7091"/>
          </a:xfrm>
        </p:grpSpPr>
        <p:sp>
          <p:nvSpPr>
            <p:cNvPr id="7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0822" y="2201"/>
              <a:ext cx="5995" cy="5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ea"/>
                  <a:ea typeface="+mj-ea"/>
                  <a:cs typeface="+mj-ea"/>
                </a:rPr>
                <a:t>AP</a:t>
              </a:r>
              <a:r>
                <a:rPr lang="zh-CN" altLang="en-US" sz="2400" b="1" kern="0" dirty="0">
                  <a:solidFill>
                    <a:srgbClr val="C00000"/>
                  </a:solidFill>
                  <a:latin typeface="+mj-ea"/>
                  <a:ea typeface="+mj-ea"/>
                  <a:cs typeface="+mj-ea"/>
                </a:rPr>
                <a:t>侧移植</a:t>
              </a:r>
              <a:endParaRPr lang="zh-CN" altLang="en-US" sz="2400" b="1" kern="0" dirty="0">
                <a:solidFill>
                  <a:srgbClr val="C00000"/>
                </a:solidFill>
                <a:latin typeface="+mj-ea"/>
                <a:ea typeface="+mj-ea"/>
                <a:cs typeface="+mj-ea"/>
              </a:endParaRPr>
            </a:p>
          </p:txBody>
        </p:sp>
        <p:sp>
          <p:nvSpPr>
            <p:cNvPr id="8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8407" y="2187"/>
              <a:ext cx="2069" cy="5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01</a:t>
              </a:r>
              <a:endParaRPr lang="en-US" altLang="zh-CN" sz="24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11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8407" y="3808"/>
              <a:ext cx="2224" cy="5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02</a:t>
              </a:r>
              <a:endParaRPr lang="en-US" altLang="zh-CN" sz="24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14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0822" y="3803"/>
              <a:ext cx="5323" cy="5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ea"/>
                  <a:ea typeface="+mj-ea"/>
                  <a:cs typeface="+mj-ea"/>
                  <a:sym typeface="+mn-ea"/>
                </a:rPr>
                <a:t>BP</a:t>
              </a:r>
              <a:r>
                <a:rPr lang="zh-CN" altLang="en-US" sz="2400" b="1" kern="0" dirty="0">
                  <a:solidFill>
                    <a:srgbClr val="C00000"/>
                  </a:solidFill>
                  <a:latin typeface="+mj-ea"/>
                  <a:ea typeface="+mj-ea"/>
                  <a:cs typeface="+mj-ea"/>
                  <a:sym typeface="+mn-ea"/>
                </a:rPr>
                <a:t>侧移植</a:t>
              </a:r>
              <a:endParaRPr lang="zh-CN" altLang="en-US" sz="2400" b="1" kern="0" dirty="0">
                <a:solidFill>
                  <a:srgbClr val="C00000"/>
                </a:solidFill>
                <a:latin typeface="+mj-ea"/>
                <a:ea typeface="+mj-ea"/>
                <a:cs typeface="+mj-ea"/>
                <a:sym typeface="+mn-ea"/>
              </a:endParaRPr>
            </a:p>
          </p:txBody>
        </p:sp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8407" y="5353"/>
              <a:ext cx="2069" cy="5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03</a:t>
              </a:r>
              <a:endParaRPr lang="en-US" altLang="zh-CN" sz="24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 flipH="1" flipV="1">
              <a:off x="8571" y="2883"/>
              <a:ext cx="8731" cy="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flipH="1" flipV="1">
              <a:off x="8571" y="4501"/>
              <a:ext cx="8731" cy="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 flipH="1" flipV="1">
              <a:off x="8571" y="6055"/>
              <a:ext cx="8731" cy="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 flipH="1" flipV="1">
              <a:off x="8571" y="7609"/>
              <a:ext cx="8731" cy="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407" y="6934"/>
              <a:ext cx="1905" cy="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04</a:t>
              </a:r>
              <a:endParaRPr lang="en-US" altLang="zh-CN" sz="24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24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0822" y="5336"/>
              <a:ext cx="7207" cy="5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400" b="1" kern="0" dirty="0">
                  <a:solidFill>
                    <a:srgbClr val="C00000"/>
                  </a:solidFill>
                  <a:latin typeface="+mj-ea"/>
                  <a:ea typeface="+mj-ea"/>
                  <a:cs typeface="+mj-ea"/>
                  <a:sym typeface="+mn-lt"/>
                </a:rPr>
                <a:t>调试问题</a:t>
              </a:r>
              <a:endParaRPr lang="zh-CN" altLang="en-US" sz="2400" b="1" kern="0" dirty="0">
                <a:solidFill>
                  <a:srgbClr val="C00000"/>
                </a:solidFill>
                <a:latin typeface="+mj-ea"/>
                <a:ea typeface="+mj-ea"/>
                <a:cs typeface="+mj-ea"/>
                <a:sym typeface="+mn-lt"/>
              </a:endParaRPr>
            </a:p>
          </p:txBody>
        </p:sp>
        <p:sp>
          <p:nvSpPr>
            <p:cNvPr id="3" name="出自【趣你的PPT】(微信:qunideppt)：最优质的PPT资源库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0631" y="6868"/>
              <a:ext cx="7207" cy="5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ea"/>
                  <a:ea typeface="+mj-ea"/>
                  <a:cs typeface="+mj-ea"/>
                  <a:sym typeface="+mn-lt"/>
                </a:rPr>
                <a:t>Sensor Debug</a:t>
              </a:r>
              <a:endParaRPr lang="en-US" altLang="zh-CN" sz="2400" b="1" kern="0" dirty="0">
                <a:solidFill>
                  <a:srgbClr val="C00000"/>
                </a:solidFill>
                <a:latin typeface="+mj-ea"/>
                <a:ea typeface="+mj-ea"/>
                <a:cs typeface="+mj-ea"/>
                <a:sym typeface="+mn-lt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3"/>
              </p:custDataLst>
            </p:nvPr>
          </p:nvSpPr>
          <p:spPr>
            <a:xfrm flipH="1" flipV="1">
              <a:off x="8571" y="9250"/>
              <a:ext cx="8731" cy="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SEE</a:t>
            </a:r>
            <a:r>
              <a:rPr lang="zh-CN" altLang="en-US"/>
              <a:t>架构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92900" y="1430655"/>
            <a:ext cx="5499100" cy="4770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0655"/>
            <a:ext cx="6929120" cy="48126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71675" y="2040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AP</a:t>
              </a:r>
              <a:r>
                <a:rPr lang="zh-CN" altLang="en-US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侧代码移植</a:t>
              </a:r>
              <a:endParaRPr lang="zh-CN" altLang="en-US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01</a:t>
              </a:r>
              <a:endParaRPr lang="en-US" altLang="zh-CN" b="1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999605" y="1042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2115" y="4591685"/>
            <a:ext cx="4503420" cy="13531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 json</a:t>
            </a:r>
            <a:r>
              <a:rPr lang="zh-CN" altLang="en-US"/>
              <a:t>文件的配置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85620"/>
            <a:ext cx="10515600" cy="3286125"/>
          </a:xfrm>
        </p:spPr>
        <p:txBody>
          <a:bodyPr/>
          <a:p>
            <a:r>
              <a:rPr lang="en-US" altLang="zh-CN"/>
              <a:t>1.1 </a:t>
            </a:r>
            <a:r>
              <a:rPr lang="zh-CN" altLang="en-US"/>
              <a:t>确定路径，添加</a:t>
            </a:r>
            <a:r>
              <a:rPr lang="en-US" altLang="zh-CN"/>
              <a:t>json</a:t>
            </a:r>
            <a:r>
              <a:rPr lang="zh-CN" altLang="en-US"/>
              <a:t>文件</a:t>
            </a:r>
            <a:endParaRPr lang="en-US" altLang="zh-CN"/>
          </a:p>
          <a:p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根据LA.UM.9.14.1/vendor/qcom/proprietary/sensors-see/registry/vim Android.mk脚本文件中的变量，ARGT_BORD_PLATFORM变量是在AP侧编译的时候lunch决定的</a:t>
            </a: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200" y="1458595"/>
            <a:ext cx="1105725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latin typeface="+mj-lt"/>
                <a:ea typeface="+mj-ea"/>
                <a:cs typeface="+mj-cs"/>
              </a:rPr>
              <a:t>json</a:t>
            </a:r>
            <a:r>
              <a:rPr lang="zh-CN" altLang="en-US" sz="2000" b="1">
                <a:solidFill>
                  <a:srgbClr val="00B0F0"/>
                </a:solidFill>
                <a:latin typeface="+mj-lt"/>
                <a:ea typeface="+mj-ea"/>
                <a:cs typeface="+mj-cs"/>
              </a:rPr>
              <a:t>文件由键值对组成，其中的值可以是字符串、数字、布尔值、数组、对象或者null。</a:t>
            </a:r>
            <a:endParaRPr lang="zh-CN" altLang="en-US" sz="2000" b="1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58240" y="2871470"/>
            <a:ext cx="9934575" cy="1527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34319"/>
          <a:stretch>
            <a:fillRect/>
          </a:stretch>
        </p:blipFill>
        <p:spPr>
          <a:xfrm>
            <a:off x="5470525" y="4591685"/>
            <a:ext cx="6529705" cy="135255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5052695" y="5081905"/>
            <a:ext cx="447675" cy="28575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800">
                <a:latin typeface="+mn-lt"/>
                <a:ea typeface="+mn-ea"/>
                <a:cs typeface="+mn-cs"/>
              </a:rPr>
              <a:t>1.2 json</a:t>
            </a:r>
            <a:r>
              <a:rPr lang="zh-CN" altLang="en-US" sz="2800">
                <a:latin typeface="+mn-lt"/>
                <a:ea typeface="+mn-ea"/>
                <a:cs typeface="+mn-cs"/>
              </a:rPr>
              <a:t>文件中的参数配置</a:t>
            </a:r>
            <a:endParaRPr lang="zh-CN" altLang="en-US" sz="2800">
              <a:latin typeface="+mn-lt"/>
              <a:ea typeface="+mn-ea"/>
              <a:cs typeface="+mn-cs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1995" y="2031365"/>
            <a:ext cx="4323715" cy="127508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838200" y="1458595"/>
            <a:ext cx="1105725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json</a:t>
            </a:r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文件先复制高通的原生文件，再根据设备，环境的不同去更改参数配置。</a:t>
            </a:r>
            <a:endParaRPr lang="zh-CN" altLang="en-US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852" t="9885" r="14605" b="18061"/>
          <a:stretch>
            <a:fillRect/>
          </a:stretch>
        </p:blipFill>
        <p:spPr>
          <a:xfrm>
            <a:off x="5612765" y="2243455"/>
            <a:ext cx="6579235" cy="7880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6593" t="31215" r="13150" b="39028"/>
          <a:stretch>
            <a:fillRect/>
          </a:stretch>
        </p:blipFill>
        <p:spPr>
          <a:xfrm>
            <a:off x="5612765" y="4084320"/>
            <a:ext cx="5557520" cy="10883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21995" y="3702050"/>
            <a:ext cx="4324350" cy="1688465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5103495" y="2459355"/>
            <a:ext cx="476250" cy="36258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>
            <p:custDataLst>
              <p:tags r:id="rId10"/>
            </p:custDataLst>
          </p:nvPr>
        </p:nvSpPr>
        <p:spPr>
          <a:xfrm>
            <a:off x="5136515" y="4446905"/>
            <a:ext cx="476250" cy="36258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31455" y="19259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cat /sys/devices/soc0/hw_platform</a:t>
            </a:r>
            <a:endParaRPr lang="en-US" altLang="zh-CN"/>
          </a:p>
          <a:p>
            <a:r>
              <a:rPr lang="en-US" altLang="zh-CN"/>
              <a:t>cat /sys/devices/soc0/soc_id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582285" y="556895"/>
          <a:ext cx="6106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7995"/>
                <a:gridCol w="3098165"/>
              </a:tblGrid>
              <a:tr h="36576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icm4x6xx_</a:t>
                      </a:r>
                      <a:r>
                        <a:rPr lang="zh-CN" altLang="en-US"/>
                        <a:t>0</a:t>
                      </a:r>
                      <a:r>
                        <a:rPr lang="en-US" altLang="zh-CN"/>
                        <a:t>_</a:t>
                      </a:r>
                      <a:r>
                        <a:rPr lang="zh-CN" altLang="en-US"/>
                        <a:t>platform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bus_type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I2C 写 0、 SPI 写 1、 I3C 写 3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bus_instance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bus_instance： = QUP 数 + 1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slave_config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I2C 地址，参考规格书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min_bus_speed_khz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最小 COM 总线时钟速度，默认配置 400khz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max_bus_speed_khz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最大 COM 总线时钟速度，默认配置 400khz</a:t>
                      </a:r>
                      <a:endParaRPr lang="zh-CN" altLang="en-US"/>
                    </a:p>
                  </a:txBody>
                  <a:tcPr/>
                </a:tc>
              </a:tr>
              <a:tr h="2114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reg_addr_type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寄存器地址类型（0 8bit 1 16bit 2 32bit）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dri_irq_num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中断引脚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内容占位符 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4630" y="623570"/>
            <a:ext cx="5276850" cy="42310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92345" y="4999355"/>
            <a:ext cx="6896100" cy="1076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4630" y="4854575"/>
            <a:ext cx="5276850" cy="1743075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7320" y="-71120"/>
            <a:ext cx="8224520" cy="3985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519795" y="1043305"/>
            <a:ext cx="3124200" cy="20478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04470" y="2139950"/>
            <a:ext cx="971550" cy="32448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615" y="3321685"/>
            <a:ext cx="6715125" cy="254444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132195" y="1905000"/>
            <a:ext cx="971550" cy="32448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20" y="3228340"/>
            <a:ext cx="5344795" cy="3466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 </a:t>
            </a:r>
            <a:r>
              <a:rPr lang="zh-CN" altLang="en-US"/>
              <a:t>更新</a:t>
            </a:r>
            <a:r>
              <a:rPr lang="en-US" altLang="zh-CN"/>
              <a:t>config</a:t>
            </a:r>
            <a:r>
              <a:rPr lang="zh-CN" altLang="en-US"/>
              <a:t>配置文件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给注册表提供路径和信息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38200" y="1458595"/>
            <a:ext cx="1105725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路径：vendor/qcom/proprietary/sensors-see/registry/sns_reg_config</a:t>
            </a:r>
            <a:r>
              <a:rPr lang="en-US" altLang="zh-CN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 </a:t>
            </a:r>
            <a:endParaRPr lang="en-US" altLang="zh-CN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51242"/>
          <a:stretch>
            <a:fillRect/>
          </a:stretch>
        </p:blipFill>
        <p:spPr>
          <a:xfrm>
            <a:off x="838200" y="2337435"/>
            <a:ext cx="7588250" cy="22072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8200" y="4686300"/>
            <a:ext cx="7439025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 AP</a:t>
            </a:r>
            <a:r>
              <a:rPr lang="zh-CN" altLang="en-US"/>
              <a:t>侧</a:t>
            </a:r>
            <a:r>
              <a:rPr lang="en-US" altLang="zh-CN"/>
              <a:t>hal层相关代码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38200" y="1458595"/>
            <a:ext cx="11057255" cy="4489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路径：vendor\qcom\proprietary\sensors-see\sensors-hal-2.0\sensors</a:t>
            </a:r>
            <a:r>
              <a:rPr lang="en-US" altLang="zh-CN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 </a:t>
            </a:r>
            <a:endParaRPr lang="en-US" altLang="zh-CN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8200" y="1907540"/>
            <a:ext cx="7315200" cy="1752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5325" y="3771265"/>
            <a:ext cx="84728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sensor-hal模块的framework和Sensors两部分共同协作，实现了对Sensor硬件的控制和数据交互。其中Framework层提供应用程序与驱动的接口，实现Sensor数据的处理、事件管理和与应用层的通信等功能；而Sensors层则是与底层硬件直接交互，负责控制Sensor硬件并实现传感器的数据处理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BP</a:t>
              </a:r>
              <a:r>
                <a:rPr lang="zh-CN" altLang="en-US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侧代码移植</a:t>
              </a:r>
              <a:endParaRPr lang="zh-CN" altLang="en-US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02</a:t>
              </a:r>
              <a:endParaRPr lang="en-US" altLang="zh-CN" b="1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005" y="1011555"/>
            <a:ext cx="12024995" cy="1325880"/>
          </a:xfrm>
        </p:spPr>
        <p:txBody>
          <a:bodyPr>
            <a:normAutofit fontScale="90000"/>
          </a:bodyPr>
          <a:p>
            <a:r>
              <a:rPr lang="en-US" altLang="zh-CN"/>
              <a:t>1 sensor</a:t>
            </a:r>
            <a:r>
              <a:rPr lang="zh-CN" altLang="en-US"/>
              <a:t>驱动代码路径</a:t>
            </a:r>
            <a:br>
              <a:rPr lang="zh-CN" altLang="en-US"/>
            </a:br>
            <a:br>
              <a:rPr lang="en-US" altLang="zh-CN"/>
            </a:br>
            <a:r>
              <a:rPr lang="en-US" altLang="zh-CN"/>
              <a:t>   </a:t>
            </a:r>
            <a:r>
              <a:rPr lang="zh-CN" altLang="en-US" sz="2000">
                <a:solidFill>
                  <a:srgbClr val="00B0F0"/>
                </a:solidFill>
              </a:rPr>
              <a:t>sensor驱动代码一般由对应厂商提供，把驱动代码放在adsp_proc\ssc_drivers目录下即可</a:t>
            </a:r>
            <a:br>
              <a:rPr lang="zh-CN" altLang="en-US" sz="2000">
                <a:solidFill>
                  <a:srgbClr val="00B0F0"/>
                </a:solidFill>
              </a:rPr>
            </a:b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4970" y="2648585"/>
            <a:ext cx="10125075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6055" y="433070"/>
            <a:ext cx="10896600" cy="1325880"/>
          </a:xfrm>
        </p:spPr>
        <p:txBody>
          <a:bodyPr>
            <a:normAutofit/>
          </a:bodyPr>
          <a:p>
            <a:r>
              <a:rPr lang="en-US" altLang="zh-CN"/>
              <a:t>2 </a:t>
            </a:r>
            <a:r>
              <a:rPr lang="zh-CN" altLang="en-US"/>
              <a:t>添加编译选项</a:t>
            </a:r>
            <a:br>
              <a:rPr lang="zh-CN" altLang="en-US"/>
            </a:br>
            <a:r>
              <a:rPr lang="zh-CN" altLang="en-US" sz="2000">
                <a:solidFill>
                  <a:srgbClr val="00B0F0"/>
                </a:solidFill>
              </a:rPr>
              <a:t>让新加的sensor驱动参与编译</a:t>
            </a:r>
            <a:endParaRPr lang="zh-CN" altLang="en-US" sz="200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7055" y="1640840"/>
            <a:ext cx="10515600" cy="5114290"/>
          </a:xfrm>
        </p:spPr>
        <p:txBody>
          <a:bodyPr>
            <a:normAutofit/>
          </a:bodyPr>
          <a:p>
            <a:r>
              <a:rPr lang="en-US" altLang="zh-CN"/>
              <a:t>2.1 </a:t>
            </a:r>
            <a:r>
              <a:rPr lang="zh-CN" altLang="en-US"/>
              <a:t>添加</a:t>
            </a:r>
            <a:r>
              <a:rPr lang="en-US" altLang="zh-CN"/>
              <a:t>sensor</a:t>
            </a:r>
            <a:r>
              <a:rPr lang="zh-CN" altLang="en-US"/>
              <a:t>型号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</a:t>
            </a:r>
            <a:r>
              <a:rPr lang="en-US" altLang="zh-CN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icm42607</a:t>
            </a: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为例驱动代码下面build/目录，有一个sns_</a:t>
            </a:r>
            <a:r>
              <a:rPr lang="en-US" altLang="zh-CN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icm42607</a:t>
            </a: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.scons，这个就是驱动的编译相关文件，取前面sns_</a:t>
            </a:r>
            <a:r>
              <a:rPr lang="en-US" altLang="zh-CN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icm42607</a:t>
            </a: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就是sensor型号，</a:t>
            </a: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其他sensor同理。</a:t>
            </a: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algn="l">
              <a:buClrTx/>
              <a:buSzTx/>
            </a:pP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algn="l">
              <a:buClrTx/>
              <a:buSzTx/>
            </a:pP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algn="l">
              <a:buClrTx/>
              <a:buSzTx/>
            </a:pP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</a:pP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</a:pP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特殊情况：</a:t>
            </a: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</a:pP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endParaRPr lang="zh-CN" altLang="en-US" sz="171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2635" y="4472305"/>
            <a:ext cx="10320655" cy="10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697"/>
          <a:stretch>
            <a:fillRect/>
          </a:stretch>
        </p:blipFill>
        <p:spPr>
          <a:xfrm>
            <a:off x="763270" y="2677160"/>
            <a:ext cx="10319385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2800">
                <a:latin typeface="+mn-lt"/>
                <a:ea typeface="+mn-ea"/>
                <a:cs typeface="+mn-cs"/>
                <a:sym typeface="+mn-ea"/>
              </a:rPr>
              <a:t>2.2 添加sensor型号参与编译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590" y="1043940"/>
            <a:ext cx="10606405" cy="4464050"/>
          </a:xfrm>
        </p:spPr>
        <p:txBody>
          <a:bodyPr/>
          <a:p>
            <a:r>
              <a:rPr lang="zh-CN" altLang="en-US" sz="2000"/>
              <a:t>在/qcm6490-la-3-0_amss_standard_oem/adsp_proc/ssc/chipset路径下，cedros  kodiak lahaina 三个文件夹都存在 pro.py文件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在根目录下搜索项目.config文件配置，如6490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 找到搜索到的.config，打开文件看到参数kodirak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9800" y="1691005"/>
            <a:ext cx="9545320" cy="1314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39800" y="4930775"/>
            <a:ext cx="9545320" cy="983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39800" y="3688715"/>
            <a:ext cx="9545320" cy="7035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marL="228600" indent="-228600" algn="l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latin typeface="+mn-lt"/>
                <a:ea typeface="+mn-ea"/>
                <a:cs typeface="+mn-cs"/>
              </a:rPr>
              <a:t>2.3 代码中添加驱动（引入OS模块，使用环境变量）</a:t>
            </a:r>
            <a:endParaRPr lang="zh-CN" altLang="en-US" sz="2800">
              <a:latin typeface="+mn-lt"/>
              <a:ea typeface="+mn-ea"/>
              <a:cs typeface="+mn-cs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2443480"/>
            <a:ext cx="10515600" cy="3632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17870" y="929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28065" y="16910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路径：adsp_proc/ssc/chipset/kodiak</a:t>
            </a:r>
            <a:r>
              <a:rPr lang="en-US" altLang="zh-CN"/>
              <a:t>/</a:t>
            </a:r>
            <a:r>
              <a:rPr lang="zh-CN" altLang="en-US"/>
              <a:t>por.py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4365" y="0"/>
            <a:ext cx="10515600" cy="1325563"/>
          </a:xfrm>
        </p:spPr>
        <p:txBody>
          <a:bodyPr/>
          <a:p>
            <a:r>
              <a:rPr lang="en-US" altLang="zh-CN"/>
              <a:t>3 TZ中释放gpio权限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8030" y="942340"/>
            <a:ext cx="10515600" cy="4815840"/>
          </a:xfrm>
        </p:spPr>
        <p:txBody>
          <a:bodyPr>
            <a:normAutofit/>
          </a:bodyPr>
          <a:p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总线gpio相关的权限，i2c、spi、uart等都在TZ中管理。查看平台总线gpio对应哪一组se可以参考高通文档QCM6490/QCS6490 Linux Android Peripheral (UART, SPI, I2C, I3C) Technical Overview</a:t>
            </a: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71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平台总线gpio对应关系表，图中LPI_QUP是专门给sensor用的</a:t>
            </a:r>
            <a:endParaRPr lang="zh-CN" altLang="en-US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/>
          </a:p>
        </p:txBody>
      </p:sp>
      <p:pic>
        <p:nvPicPr>
          <p:cNvPr id="41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07770" y="1878330"/>
            <a:ext cx="8462010" cy="45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1083290" y="2584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8500" y="1252855"/>
            <a:ext cx="6882130" cy="43516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647430" y="2633980"/>
            <a:ext cx="4530090" cy="176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bus_instance： = QUP 数 + 1</a:t>
            </a:r>
            <a:endParaRPr lang="zh-CN" altLang="en-US"/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8930" y="686435"/>
            <a:ext cx="116992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171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vim </a:t>
            </a:r>
            <a:r>
              <a:rPr lang="en-US" altLang="zh-CN" sz="171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</a:t>
            </a:r>
            <a:r>
              <a:rPr lang="en-US" altLang="zh-CN" sz="171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d</a:t>
            </a:r>
            <a:r>
              <a:rPr lang="en-US" altLang="zh-CN" sz="20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sp_proc/core/settings/buses/qup_common/config/cedros/adsp/top/qup_instance_mapping.c</a:t>
            </a:r>
            <a:endParaRPr lang="en-US" altLang="zh-CN" sz="20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58115" y="0"/>
            <a:ext cx="11511915" cy="1158875"/>
          </a:xfrm>
        </p:spPr>
        <p:txBody>
          <a:bodyPr>
            <a:normAutofit/>
          </a:bodyPr>
          <a:p>
            <a:pPr marL="228600" indent="-228600" algn="l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71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vim </a:t>
            </a: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trustzone_images/core/settings/buses/qup_accesscontrol/qupv3/config/kodiak</a:t>
            </a:r>
            <a:r>
              <a:rPr lang="en-US" altLang="zh-CN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/QUPAC_Access_MC917.c</a:t>
            </a:r>
            <a:endParaRPr lang="en-US" altLang="zh-CN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808730"/>
            <a:ext cx="10515600" cy="2368550"/>
          </a:xfrm>
        </p:spPr>
        <p:txBody>
          <a:bodyPr/>
          <a:p>
            <a:pPr algn="l">
              <a:buClrTx/>
              <a:buSzTx/>
            </a:pPr>
            <a:r>
              <a:rPr lang="zh-CN" altLang="en-US" sz="171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Buses--&gt;总线，qup--&gt;总线控制器，ssc --&gt;主要是指给sensor用</a:t>
            </a:r>
            <a:endParaRPr lang="zh-CN" altLang="en-US" sz="171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</a:pPr>
            <a:r>
              <a:rPr lang="zh-CN" altLang="en-US" sz="171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Mode选择QUPV3_MODE_GSI,原因如下，GSI是软件界面模式</a:t>
            </a:r>
            <a:endParaRPr lang="zh-CN" altLang="en-US" sz="171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27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36625" y="844550"/>
            <a:ext cx="8796020" cy="261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8200" y="4405630"/>
            <a:ext cx="8988425" cy="2393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3461385"/>
            <a:ext cx="12192635" cy="3568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1325563"/>
          </a:xfrm>
        </p:spPr>
        <p:txBody>
          <a:bodyPr/>
          <a:p>
            <a:r>
              <a:rPr lang="en-US" altLang="zh-CN"/>
              <a:t>4</a:t>
            </a:r>
            <a:r>
              <a:rPr lang="en-US" altLang="zh-CN" sz="2800">
                <a:latin typeface="+mn-lt"/>
                <a:ea typeface="+mn-ea"/>
                <a:cs typeface="+mn-cs"/>
              </a:rPr>
              <a:t> </a:t>
            </a:r>
            <a:r>
              <a:rPr lang="en-US" altLang="zh-CN"/>
              <a:t>修改I2C协议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59955" y="1299845"/>
            <a:ext cx="4815205" cy="2666365"/>
          </a:xfrm>
        </p:spPr>
        <p:txBody>
          <a:bodyPr/>
          <a:p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该平台sensor使用的是i2c协议，需要在对应文件下修改协议为i2c。i2c对应的gpio为gpio1</a:t>
            </a:r>
            <a:r>
              <a:rPr 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59</a:t>
            </a: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和gpio16</a:t>
            </a:r>
            <a:r>
              <a:rPr lang="en-US" altLang="zh-CN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</a:t>
            </a: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，通过trustzone_images/core/settings/buses/qup_accesscontrol/qupv3/config/kodiak</a:t>
            </a:r>
            <a:r>
              <a:rPr lang="en-US" altLang="zh-CN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QUPAC_Private.c文件可知对应的地址是</a:t>
            </a:r>
            <a:r>
              <a:rPr lang="en-US" altLang="zh-CN" sz="171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80000</a:t>
            </a:r>
            <a:endParaRPr lang="en-US" altLang="zh-CN" sz="171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2915" y="3965575"/>
            <a:ext cx="35090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因该设备</a:t>
            </a:r>
            <a:r>
              <a:rPr lang="en-US" altLang="zh-CN"/>
              <a:t>sensor</a:t>
            </a:r>
            <a:r>
              <a:rPr lang="zh-CN" altLang="en-US"/>
              <a:t>驱动只用到了</a:t>
            </a:r>
            <a:r>
              <a:rPr lang="en-US" altLang="zh-CN"/>
              <a:t>SE0</a:t>
            </a:r>
            <a:r>
              <a:rPr lang="zh-CN" altLang="en-US"/>
              <a:t>，</a:t>
            </a:r>
            <a:r>
              <a:rPr lang="en-US" altLang="zh-CN"/>
              <a:t>SE1</a:t>
            </a:r>
            <a:r>
              <a:rPr lang="zh-CN" altLang="en-US"/>
              <a:t>，</a:t>
            </a:r>
            <a:r>
              <a:rPr lang="en-US" altLang="zh-CN"/>
              <a:t>SE2</a:t>
            </a:r>
            <a:endParaRPr lang="en-US" altLang="zh-CN"/>
          </a:p>
          <a:p>
            <a:r>
              <a:rPr lang="zh-CN" altLang="en-US"/>
              <a:t>所以对adsp_proc/core/settings/buses/qup_fw/config/kodiak/fw_devcfg.c文件对应的协议进行修改为</a:t>
            </a:r>
            <a:r>
              <a:rPr lang="en-US" altLang="zh-CN"/>
              <a:t>I2C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347845" y="359782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solidFill>
                  <a:schemeClr val="accent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Offset是设备号或者寄存器地址</a:t>
            </a:r>
            <a:endParaRPr lang="zh-CN" altLang="en-US" sz="1800">
              <a:solidFill>
                <a:schemeClr val="accent6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47845" y="3965575"/>
            <a:ext cx="7529830" cy="19919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" y="1423670"/>
            <a:ext cx="6677025" cy="19907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调试问题</a:t>
              </a:r>
              <a:endParaRPr lang="zh-CN" altLang="en-US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03</a:t>
              </a:r>
              <a:endParaRPr lang="en-US" altLang="zh-CN" b="1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zh-CN">
                <a:sym typeface="+mn-ea"/>
              </a:rPr>
              <a:t>1 </a:t>
            </a:r>
            <a:r>
              <a:rPr lang="zh-CN" altLang="en-US">
                <a:sym typeface="+mn-ea"/>
              </a:rPr>
              <a:t>更改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son文件数据重新有效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950085"/>
            <a:ext cx="4733925" cy="222885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5336540" y="1950085"/>
            <a:ext cx="8801100" cy="3822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zh-CN" b="0">
                <a:latin typeface="Calibri" panose="020F0502020204030204" pitchFamily="34" charset="0"/>
                <a:ea typeface="宋体" panose="02010600030101010101" pitchFamily="2" charset="-122"/>
              </a:rPr>
              <a:t>将配置好的文件</a:t>
            </a:r>
            <a:r>
              <a:rPr lang="en-US" b="0">
                <a:latin typeface="Calibri" panose="020F0502020204030204" pitchFamily="34" charset="0"/>
                <a:ea typeface="宋体" panose="02010600030101010101" pitchFamily="2" charset="-122"/>
              </a:rPr>
              <a:t>. json   adb push .json</a:t>
            </a:r>
            <a:r>
              <a:rPr lang="en-US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b="0">
                <a:latin typeface="Calibri" panose="020F0502020204030204" pitchFamily="34" charset="0"/>
                <a:ea typeface="宋体" panose="02010600030101010101" pitchFamily="2" charset="-122"/>
              </a:rPr>
              <a:t>/vendor/etc/sensors/config/</a:t>
            </a:r>
            <a:endParaRPr lang="en-US" altLang="en-US" b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5336540" y="2590165"/>
            <a:ext cx="6508115" cy="2680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右箭头 5"/>
          <p:cNvSpPr/>
          <p:nvPr/>
        </p:nvSpPr>
        <p:spPr>
          <a:xfrm>
            <a:off x="4752975" y="3151505"/>
            <a:ext cx="640715" cy="34480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59055" y="1176020"/>
            <a:ext cx="6298565" cy="798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800" b="0"/>
              <a:t>1.1删除json所生效的所有配置文件</a:t>
            </a:r>
            <a:endParaRPr lang="en-US" altLang="zh-CN" sz="2800" b="0"/>
          </a:p>
          <a:p>
            <a:pPr indent="0"/>
            <a:r>
              <a:rPr lang="en-US" b="0">
                <a:highlight>
                  <a:srgbClr val="00FFFF"/>
                </a:highlight>
                <a:latin typeface="Calibri" panose="020F0502020204030204" pitchFamily="34" charset="0"/>
                <a:ea typeface="宋体" panose="02010600030101010101" pitchFamily="2" charset="-122"/>
              </a:rPr>
              <a:t>rm /mnt/vendor/persist/sensors/registry/registry/*</a:t>
            </a:r>
            <a:endParaRPr lang="en-US" altLang="en-US" b="0">
              <a:highlight>
                <a:srgbClr val="00FFFF"/>
              </a:highlight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69595" y="2547938"/>
            <a:ext cx="5276850" cy="2876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" name="文本框 101"/>
          <p:cNvSpPr txBox="1"/>
          <p:nvPr/>
        </p:nvSpPr>
        <p:spPr>
          <a:xfrm>
            <a:off x="6483985" y="624840"/>
            <a:ext cx="5461635" cy="7321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 </a:t>
            </a:r>
            <a:endParaRPr lang="zh-CN" b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altLang="zh-CN" sz="2800" b="0"/>
              <a:t>1.2提升json参数的ver的等级</a:t>
            </a:r>
            <a:endParaRPr lang="en-US" altLang="zh-CN" sz="2800" b="0"/>
          </a:p>
          <a:p>
            <a:pPr indent="0"/>
            <a:r>
              <a:rPr lang="zh-CN" b="0">
                <a:highlight>
                  <a:srgbClr val="00FFFF"/>
                </a:highlight>
                <a:latin typeface="Calibri" panose="020F0502020204030204" pitchFamily="34" charset="0"/>
                <a:ea typeface="宋体" panose="02010600030101010101" pitchFamily="2" charset="-122"/>
              </a:rPr>
              <a:t>重启之后也会自动更新解析的</a:t>
            </a:r>
            <a:r>
              <a:rPr lang="en-US" b="0">
                <a:highlight>
                  <a:srgbClr val="00FFFF"/>
                </a:highlight>
                <a:latin typeface="Calibri" panose="020F0502020204030204" pitchFamily="34" charset="0"/>
                <a:ea typeface="宋体" panose="02010600030101010101" pitchFamily="2" charset="-122"/>
              </a:rPr>
              <a:t>json</a:t>
            </a:r>
            <a:r>
              <a:rPr lang="zh-CN" b="0">
                <a:highlight>
                  <a:srgbClr val="00FFFF"/>
                </a:highlight>
                <a:latin typeface="Calibri" panose="020F0502020204030204" pitchFamily="34" charset="0"/>
                <a:ea typeface="宋体" panose="02010600030101010101" pitchFamily="2" charset="-122"/>
              </a:rPr>
              <a:t>文件</a:t>
            </a:r>
            <a:endParaRPr lang="zh-CN" altLang="en-US" b="0">
              <a:highlight>
                <a:srgbClr val="00FFFF"/>
              </a:highlight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201920" y="5922963"/>
            <a:ext cx="5080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altLang="en-US" b="0">
                <a:highlight>
                  <a:srgbClr val="00FFFF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重启</a:t>
            </a:r>
            <a:r>
              <a:rPr lang="en-US" altLang="zh-CN" b="0">
                <a:highlight>
                  <a:srgbClr val="00FFFF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adb reboot</a:t>
            </a:r>
            <a:r>
              <a:rPr lang="en-US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 </a:t>
            </a:r>
            <a:endParaRPr lang="en-US" altLang="en-US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-644" r="20577"/>
          <a:stretch>
            <a:fillRect/>
          </a:stretch>
        </p:blipFill>
        <p:spPr>
          <a:xfrm>
            <a:off x="6483985" y="2430780"/>
            <a:ext cx="5171440" cy="28759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4661535" cy="981075"/>
          </a:xfrm>
        </p:spPr>
        <p:txBody>
          <a:bodyPr/>
          <a:p>
            <a:r>
              <a:rPr lang="en-US" altLang="zh-CN" sz="2800">
                <a:latin typeface="+mn-lt"/>
                <a:ea typeface="+mn-ea"/>
                <a:cs typeface="+mn-cs"/>
              </a:rPr>
              <a:t>1.3 json文件解析的底层原因</a:t>
            </a:r>
            <a:endParaRPr lang="en-US" altLang="zh-CN" sz="2800">
              <a:latin typeface="+mn-lt"/>
              <a:ea typeface="+mn-ea"/>
              <a:cs typeface="+mn-cs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b="32617"/>
          <a:stretch>
            <a:fillRect/>
          </a:stretch>
        </p:blipFill>
        <p:spPr>
          <a:xfrm>
            <a:off x="149225" y="699135"/>
            <a:ext cx="5226050" cy="2150110"/>
          </a:xfrm>
          <a:prstGeom prst="rect">
            <a:avLst/>
          </a:prstGeom>
        </p:spPr>
      </p:pic>
      <p:pic>
        <p:nvPicPr>
          <p:cNvPr id="5" name="内容占位符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06015" y="1777365"/>
            <a:ext cx="2969260" cy="8756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51242" r="18150"/>
          <a:stretch>
            <a:fillRect/>
          </a:stretch>
        </p:blipFill>
        <p:spPr>
          <a:xfrm>
            <a:off x="7781925" y="4453255"/>
            <a:ext cx="4231640" cy="1960880"/>
          </a:xfrm>
          <a:prstGeom prst="rect">
            <a:avLst/>
          </a:prstGeom>
        </p:spPr>
      </p:pic>
      <p:sp>
        <p:nvSpPr>
          <p:cNvPr id="104" name="文本框 103"/>
          <p:cNvSpPr txBox="1"/>
          <p:nvPr/>
        </p:nvSpPr>
        <p:spPr>
          <a:xfrm>
            <a:off x="6973570" y="201612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p>
            <a:pPr indent="0"/>
            <a:r>
              <a:rPr lang="en-US" b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ssc/sensors/registry/src/sns_registry_parser.c</a:t>
            </a:r>
            <a:endParaRPr lang="en-US" altLang="en-US" b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768590" y="2385695"/>
            <a:ext cx="4410710" cy="19989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上箭头 7"/>
          <p:cNvSpPr/>
          <p:nvPr/>
        </p:nvSpPr>
        <p:spPr>
          <a:xfrm>
            <a:off x="8251190" y="4338320"/>
            <a:ext cx="344170" cy="53530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595360" y="4430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获取</a:t>
            </a:r>
            <a:endParaRPr lang="zh-CN" altLang="en-US"/>
          </a:p>
        </p:txBody>
      </p:sp>
      <p:sp>
        <p:nvSpPr>
          <p:cNvPr id="11" name="丁字箭头 10"/>
          <p:cNvSpPr/>
          <p:nvPr/>
        </p:nvSpPr>
        <p:spPr>
          <a:xfrm rot="10800000">
            <a:off x="5887085" y="1777365"/>
            <a:ext cx="1367155" cy="875665"/>
          </a:xfrm>
          <a:prstGeom prst="leftRightUp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09640" y="1499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比较信息</a:t>
            </a:r>
            <a:endParaRPr lang="zh-CN" altLang="en-US"/>
          </a:p>
        </p:txBody>
      </p:sp>
      <p:sp>
        <p:nvSpPr>
          <p:cNvPr id="15" name="直角双向箭头 14"/>
          <p:cNvSpPr/>
          <p:nvPr/>
        </p:nvSpPr>
        <p:spPr>
          <a:xfrm>
            <a:off x="5923280" y="2217420"/>
            <a:ext cx="862330" cy="2278380"/>
          </a:xfrm>
          <a:prstGeom prst="leftUp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flipV="1">
            <a:off x="6285230" y="2218055"/>
            <a:ext cx="571500" cy="43497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6463030" y="2226310"/>
            <a:ext cx="213995" cy="43688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2885" y="3486150"/>
            <a:ext cx="5152390" cy="286512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448935" y="45415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合并到注册表</a:t>
            </a:r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687945" y="26035"/>
            <a:ext cx="4482465" cy="204978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375275" y="59055"/>
            <a:ext cx="24066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adsp_proc/ssc/sensors/registry/config/src</a:t>
            </a:r>
            <a:r>
              <a:rPr lang="en-US" altLang="zh-CN"/>
              <a:t>/</a:t>
            </a:r>
            <a:r>
              <a:rPr lang="zh-CN" altLang="en-US"/>
              <a:t> sns_registry_config.c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r="14455"/>
          <a:stretch>
            <a:fillRect/>
          </a:stretch>
        </p:blipFill>
        <p:spPr>
          <a:xfrm>
            <a:off x="6467475" y="2201545"/>
            <a:ext cx="203200" cy="7664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1950" y="-78105"/>
            <a:ext cx="10515600" cy="1325563"/>
          </a:xfrm>
        </p:spPr>
        <p:txBody>
          <a:bodyPr/>
          <a:p>
            <a:r>
              <a:rPr lang="en-US" altLang="zh-CN"/>
              <a:t>2 </a:t>
            </a:r>
            <a:r>
              <a:rPr lang="zh-CN" altLang="en-US"/>
              <a:t>代码兼容调试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38065" y="483235"/>
            <a:ext cx="5802630" cy="2249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2410" y="1173480"/>
            <a:ext cx="46056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buClrTx/>
              <a:buSzTx/>
              <a:buFontTx/>
            </a:pPr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json文件的解析需要头文件的信息进行比较匹配，那就可以根据不同设备的硬件版本号去，给注册表提供不同的信息，进而解析出对应的json文件</a:t>
            </a:r>
            <a:endParaRPr lang="zh-CN" altLang="en-US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14620" y="2818130"/>
            <a:ext cx="6858000" cy="3771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1950" y="2818130"/>
            <a:ext cx="3070225" cy="3839845"/>
          </a:xfrm>
          <a:prstGeom prst="rect">
            <a:avLst/>
          </a:prstGeom>
        </p:spPr>
      </p:pic>
      <p:sp>
        <p:nvSpPr>
          <p:cNvPr id="8" name="圆角右箭头 7"/>
          <p:cNvSpPr/>
          <p:nvPr/>
        </p:nvSpPr>
        <p:spPr>
          <a:xfrm rot="10800000">
            <a:off x="3432175" y="2732405"/>
            <a:ext cx="1608455" cy="696595"/>
          </a:xfrm>
          <a:prstGeom prst="ben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916940" y="815975"/>
            <a:ext cx="8671560" cy="100965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zh-CN" altLang="en-US" sz="2000" b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将编译好的hwver.ko文件放在设备的/vendor/lib/modules路径下</a:t>
            </a:r>
            <a:endParaRPr lang="zh-CN" altLang="en-US" sz="2000" b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  <a:p>
            <a:pPr indent="0"/>
            <a:endParaRPr lang="zh-CN" altLang="en-US" sz="2000" b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859280"/>
            <a:ext cx="5276850" cy="2562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1435735" y="3745230"/>
            <a:ext cx="5080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 </a:t>
            </a:r>
            <a:endParaRPr lang="en-US" altLang="en-US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6276975" y="1887855"/>
            <a:ext cx="5276850" cy="2447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14800" y="4903470"/>
            <a:ext cx="7439025" cy="1219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44920" y="4462780"/>
            <a:ext cx="5208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rmmod hwver.ko                         insmod hwver.ko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537970"/>
            <a:ext cx="7185025" cy="242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232410" y="967740"/>
            <a:ext cx="114427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  <a:sym typeface="+mn-ea"/>
              </a:rPr>
              <a:t>注意：如果重启后</a:t>
            </a:r>
            <a:r>
              <a:rPr lang="en-US" altLang="zh-CN" sz="2000">
                <a:solidFill>
                  <a:srgbClr val="00B0F0"/>
                </a:solidFill>
                <a:latin typeface="+mj-lt"/>
                <a:ea typeface="+mj-ea"/>
                <a:cs typeface="+mj-cs"/>
                <a:sym typeface="+mn-ea"/>
              </a:rPr>
              <a:t>json</a:t>
            </a:r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  <a:sym typeface="+mn-ea"/>
              </a:rPr>
              <a:t>文件还是不解析，并</a:t>
            </a:r>
            <a:r>
              <a:rPr lang="en-US" altLang="zh-CN" sz="2000">
                <a:solidFill>
                  <a:srgbClr val="00B0F0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  <a:r>
              <a:rPr lang="zh-CN" altLang="en-US" sz="2000" b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cat /s</a:t>
            </a:r>
            <a:r>
              <a:rPr lang="zh-CN" altLang="en-US" sz="2000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ys/class/hwver/function/hwproject</a:t>
            </a:r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  <a:sym typeface="+mn-ea"/>
              </a:rPr>
              <a:t>，不是预设配置</a:t>
            </a:r>
            <a:endParaRPr lang="zh-CN" altLang="en-US" sz="2000" b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  <a:p>
            <a:pPr indent="0"/>
            <a:endParaRPr lang="zh-CN" altLang="en-US" sz="2000">
              <a:solidFill>
                <a:srgbClr val="00B0F0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8200" y="4401820"/>
            <a:ext cx="7184390" cy="22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838200" y="40335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先去卸载 hwver.ko ，重启</a:t>
            </a:r>
            <a:endParaRPr lang="zh-CN" altLang="en-US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 </a:t>
            </a:r>
            <a:r>
              <a:rPr lang="zh-CN" altLang="en-US"/>
              <a:t>编译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700" y="1305560"/>
            <a:ext cx="10833100" cy="4871720"/>
          </a:xfrm>
        </p:spPr>
        <p:txBody>
          <a:bodyPr/>
          <a:p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./fgbuild_qcm6490_all.sh MC917 BUILD ADSP</a:t>
            </a:r>
            <a:endParaRPr lang="zh-CN" altLang="en-US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 sz="2000">
                <a:solidFill>
                  <a:srgbClr val="00B0F0"/>
                </a:solidFill>
                <a:latin typeface="+mj-lt"/>
                <a:ea typeface="+mj-ea"/>
                <a:cs typeface="+mj-cs"/>
                <a:sym typeface="+mn-ea"/>
              </a:rPr>
              <a:t>./fgbuild_qcm6490_all.sh MC917 BUILD COMMON</a:t>
            </a:r>
            <a:endParaRPr lang="zh-CN" altLang="en-US" sz="2000">
              <a:solidFill>
                <a:srgbClr val="00B0F0"/>
              </a:solidFill>
              <a:latin typeface="+mj-lt"/>
              <a:ea typeface="+mj-ea"/>
              <a:cs typeface="+mj-cs"/>
            </a:endParaRPr>
          </a:p>
          <a:p>
            <a:endParaRPr lang="zh-CN" altLang="en-US"/>
          </a:p>
        </p:txBody>
      </p:sp>
      <p:pic>
        <p:nvPicPr>
          <p:cNvPr id="6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2630" y="2245995"/>
            <a:ext cx="8630920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33830"/>
            <a:ext cx="10515600" cy="1325563"/>
          </a:xfrm>
        </p:spPr>
        <p:txBody>
          <a:bodyPr>
            <a:normAutofit/>
          </a:bodyPr>
          <a:p>
            <a:pPr marL="0" indent="0" algn="l"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2000">
                <a:solidFill>
                  <a:srgbClr val="00B0F0"/>
                </a:solidFill>
              </a:rPr>
              <a:t>对生成的NON_HLOS.bin文件进行烧录，</a:t>
            </a:r>
            <a:br>
              <a:rPr lang="zh-CN" altLang="en-US" sz="2000">
                <a:solidFill>
                  <a:srgbClr val="00B0F0"/>
                </a:solidFill>
              </a:rPr>
            </a:br>
            <a:r>
              <a:rPr lang="zh-CN" altLang="en-US" sz="2000">
                <a:solidFill>
                  <a:srgbClr val="00B0F0"/>
                </a:solidFill>
              </a:rPr>
              <a:t>adb reboot bootloader; </a:t>
            </a:r>
            <a:br>
              <a:rPr lang="zh-CN" altLang="en-US" sz="2000">
                <a:solidFill>
                  <a:srgbClr val="00B0F0"/>
                </a:solidFill>
              </a:rPr>
            </a:br>
            <a:r>
              <a:rPr lang="zh-CN" altLang="en-US" sz="2000">
                <a:solidFill>
                  <a:srgbClr val="00B0F0"/>
                </a:solidFill>
              </a:rPr>
              <a:t>fastboot flash modem NON_HLOS.bin；</a:t>
            </a:r>
            <a:br>
              <a:rPr lang="zh-CN" altLang="en-US" sz="2000">
                <a:solidFill>
                  <a:srgbClr val="00B0F0"/>
                </a:solidFill>
              </a:rPr>
            </a:br>
            <a:r>
              <a:rPr lang="zh-CN" altLang="en-US" sz="2000">
                <a:solidFill>
                  <a:srgbClr val="00B0F0"/>
                </a:solidFill>
              </a:rPr>
              <a:t>fastboot reboot</a:t>
            </a:r>
            <a:endParaRPr lang="zh-CN" altLang="en-US" sz="200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endParaRPr lang="zh-CN" altLang="en-US"/>
          </a:p>
        </p:txBody>
      </p:sp>
      <p:pic>
        <p:nvPicPr>
          <p:cNvPr id="15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87040" y="2759710"/>
            <a:ext cx="7940040" cy="30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8765"/>
            <a:ext cx="10515600" cy="1325563"/>
          </a:xfrm>
        </p:spPr>
        <p:txBody>
          <a:bodyPr>
            <a:normAutofit/>
          </a:bodyPr>
          <a:p>
            <a:r>
              <a:rPr lang="en-US" altLang="zh-CN"/>
              <a:t>4.</a:t>
            </a:r>
            <a:r>
              <a:rPr lang="zh-CN" altLang="en-US"/>
              <a:t>如何确定某个sensor功能无法使用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5" name="图示 4"/>
          <p:cNvGraphicFramePr/>
          <p:nvPr/>
        </p:nvGraphicFramePr>
        <p:xfrm>
          <a:off x="1458595" y="1825625"/>
          <a:ext cx="7886065" cy="435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20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9472" r="15343"/>
          <a:stretch>
            <a:fillRect/>
          </a:stretch>
        </p:blipFill>
        <p:spPr>
          <a:xfrm>
            <a:off x="5062855" y="1825625"/>
            <a:ext cx="4151630" cy="10267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557145" y="1930400"/>
            <a:ext cx="25057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1" indent="0">
              <a:lnSpc>
                <a:spcPct val="10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zh-CN" altLang="en-US">
                <a:solidFill>
                  <a:schemeClr val="dk1"/>
                </a:solidFill>
                <a:sym typeface="+mn-ea"/>
              </a:rPr>
              <a:t>将pro.py文件中关于这个sensor配置去掉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1074420" y="979170"/>
            <a:ext cx="82251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000" b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当相关sensor被驱动，会有相关配置（以917光距sensor为例）</a:t>
            </a:r>
            <a:endParaRPr lang="zh-CN" altLang="en-US" sz="2000" b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4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5575" y="2040255"/>
            <a:ext cx="11880850" cy="3656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593725" y="84391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altLang="en-US" sz="2000" b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安装sensorAPK，查看光距驱动已经关掉</a:t>
            </a:r>
            <a:endParaRPr lang="zh-CN" altLang="en-US" sz="2000" b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152005" y="767715"/>
            <a:ext cx="3095625" cy="5180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" name="文本框 103"/>
          <p:cNvSpPr txBox="1"/>
          <p:nvPr/>
        </p:nvSpPr>
        <p:spPr>
          <a:xfrm>
            <a:off x="1104900" y="4359910"/>
            <a:ext cx="5080000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457200" algn="l">
              <a:buClrTx/>
              <a:buSzTx/>
              <a:buFontTx/>
            </a:pPr>
            <a:r>
              <a:rPr lang="en-US" b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000" b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通过adb 命令进行验证 adb root   adb shell  ssc_sensor_info （或者：adb shell  进入设备输入ssc_sensor_info）里面信息没有光距sensor的相关驱动配置，</a:t>
            </a:r>
            <a:endParaRPr lang="zh-CN" altLang="en-US" sz="2000" b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593725" y="1358265"/>
            <a:ext cx="5276850" cy="2886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sensorDebug</a:t>
              </a:r>
              <a:endParaRPr lang="en-US" altLang="zh-CN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04</a:t>
              </a:r>
              <a:endParaRPr lang="en-US" altLang="zh-CN" b="1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220" y="124460"/>
            <a:ext cx="10515600" cy="1325563"/>
          </a:xfrm>
        </p:spPr>
        <p:txBody>
          <a:bodyPr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>
                <a:solidFill>
                  <a:srgbClr val="00B0F0"/>
                </a:solidFill>
              </a:rPr>
              <a:t>备注：6490平台需要加延时才能抓到</a:t>
            </a:r>
            <a:br>
              <a:rPr lang="zh-CN" altLang="en-US" sz="2000">
                <a:solidFill>
                  <a:srgbClr val="00B0F0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在adsp加载sensor ssc的时候加延时，将sns_init_delayed设为true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adsp_proc/ssc/utils/osa/hexagon_user_pd_slpi/sns_user_pd_init.c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37690" y="1450340"/>
            <a:ext cx="6597015" cy="1421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37690" y="3171190"/>
            <a:ext cx="6629400" cy="312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1016000" y="796925"/>
            <a:ext cx="99002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000" b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在设备开机状态下 先连上qxdm，确认有log，按f6 连接设备 diag端口</a:t>
            </a:r>
            <a:endParaRPr lang="zh-CN" altLang="en-US" sz="2000" b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16000" y="1518285"/>
            <a:ext cx="6786245" cy="492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1107440" y="826770"/>
            <a:ext cx="7835265" cy="5981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algn="l">
              <a:buClrTx/>
              <a:buSzTx/>
              <a:buFontTx/>
            </a:pPr>
            <a:r>
              <a:rPr lang="zh-CN" altLang="en-US" sz="2000" b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新建f3log窗口：view-&gt;common-&gt;messages view</a:t>
            </a:r>
            <a:endParaRPr lang="zh-CN" altLang="en-US" sz="2000" b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07440" y="2123440"/>
            <a:ext cx="9444990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481330" y="674370"/>
            <a:ext cx="1087310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按f5选择刚刚新建的messages view创建，然后筛选sns log：将Message Packet-&gt;SNS勾选</a:t>
            </a:r>
            <a:endParaRPr lang="zh-CN" altLang="en-US" sz="2000" b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38985" y="1218565"/>
            <a:ext cx="7924800" cy="55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8310" y="238760"/>
            <a:ext cx="10515600" cy="907415"/>
          </a:xfrm>
        </p:spPr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00B0F0"/>
                </a:solidFill>
              </a:rPr>
              <a:t>保持设备usb连接上，然后重启设备 等待开机 qxdm会自动连接设备抓log</a:t>
            </a:r>
            <a:endParaRPr lang="zh-CN" altLang="en-US" sz="200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17331"/>
          <a:stretch>
            <a:fillRect/>
          </a:stretch>
        </p:blipFill>
        <p:spPr>
          <a:xfrm>
            <a:off x="1799590" y="1146175"/>
            <a:ext cx="7813040" cy="503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46"/>
          <p:cNvSpPr txBox="1"/>
          <p:nvPr/>
        </p:nvSpPr>
        <p:spPr>
          <a:xfrm>
            <a:off x="2839456" y="2956560"/>
            <a:ext cx="6513088" cy="472440"/>
          </a:xfrm>
          <a:prstGeom prst="rect">
            <a:avLst/>
          </a:prstGeom>
          <a:noFill/>
        </p:spPr>
        <p:txBody>
          <a:bodyPr wrap="square" lIns="42789" tIns="21394" rIns="42789" bIns="21394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  <a:cs typeface="Times New Roman" panose="02020603050405020304" pitchFamily="18" charset="0"/>
              </a:rPr>
              <a:t>感谢聆听</a:t>
            </a:r>
            <a:r>
              <a:rPr lang="en-US" altLang="zh-CN" sz="2800" b="1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  <a:cs typeface="Times New Roman" panose="02020603050405020304" pitchFamily="18" charset="0"/>
              </a:rPr>
              <a:t>!</a:t>
            </a:r>
            <a:endParaRPr lang="zh-CN" altLang="en-US" sz="2800" b="1" dirty="0">
              <a:solidFill>
                <a:srgbClr val="C00000"/>
              </a:solidFill>
              <a:latin typeface="思源黑体 Bold" panose="020B0800000000000000" charset="-122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  <p:tag name="TABLE_ENDDRAG_ORIGIN_RECT" val="480*305"/>
  <p:tag name="TABLE_ENDDRAG_RECT" val="413*76*480*305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PP_MARK_KEY" val="7fbf22c3-585f-4bb7-b226-7af76850ea40"/>
  <p:tag name="COMMONDATA" val="eyJoZGlkIjoiNjFiYjE1N2M3YWYxYTRkNzFjYTcxMzJhNzYxMDhmZmQifQ=="/>
  <p:tag name="commondata" val="eyJoZGlkIjoiNmRmNGNhNGEzMmRhMjQ4YTA1NTk2MDBhNzA4MGZkN2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3605</Words>
  <Application>WPS 演示</Application>
  <PresentationFormat>宽屏</PresentationFormat>
  <Paragraphs>236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Arial</vt:lpstr>
      <vt:lpstr>宋体</vt:lpstr>
      <vt:lpstr>Wingdings</vt:lpstr>
      <vt:lpstr>思源黑体 CN Normal</vt:lpstr>
      <vt:lpstr>微软雅黑</vt:lpstr>
      <vt:lpstr>黑体</vt:lpstr>
      <vt:lpstr>Calibri</vt:lpstr>
      <vt:lpstr>思源黑体 Bold</vt:lpstr>
      <vt:lpstr>楷体</vt:lpstr>
      <vt:lpstr>Arial Unicode MS</vt:lpstr>
      <vt:lpstr>等线</vt:lpstr>
      <vt:lpstr>Times New Roman</vt:lpstr>
      <vt:lpstr>Office 主题​​</vt:lpstr>
      <vt:lpstr>Office 主题</vt:lpstr>
      <vt:lpstr>PowerPoint 演示文稿</vt:lpstr>
      <vt:lpstr>PowerPoint 演示文稿</vt:lpstr>
      <vt:lpstr>SEE架构</vt:lpstr>
      <vt:lpstr>PowerPoint 演示文稿</vt:lpstr>
      <vt:lpstr>1 json文件的配置</vt:lpstr>
      <vt:lpstr>1.2 json文件中的参数配置</vt:lpstr>
      <vt:lpstr>PowerPoint 演示文稿</vt:lpstr>
      <vt:lpstr>PowerPoint 演示文稿</vt:lpstr>
      <vt:lpstr>2 更新config配置文件</vt:lpstr>
      <vt:lpstr>3 AP侧hal层相关代码</vt:lpstr>
      <vt:lpstr>PowerPoint 演示文稿</vt:lpstr>
      <vt:lpstr>1 sensor驱动代码路径     sensor驱动代码一般由对应厂商提供，把驱动代码放在adsp_proc\ssc_drivers目录下即可 </vt:lpstr>
      <vt:lpstr>2 添加编译选项 让新加的sensor驱动参与编译</vt:lpstr>
      <vt:lpstr>2.2 添加sensor型号参与编译 </vt:lpstr>
      <vt:lpstr>2.3 代码中添加驱动（引入OS模块，使用环境变量）</vt:lpstr>
      <vt:lpstr>3 TZ中释放gpio权限</vt:lpstr>
      <vt:lpstr>PowerPoint 演示文稿</vt:lpstr>
      <vt:lpstr>vim trustzone_images/core/settings/buses/qup_accesscontrol/qupv3/config/kodiak/QUPAC_Access_MC917.c</vt:lpstr>
      <vt:lpstr>4 修改I2C协议</vt:lpstr>
      <vt:lpstr>PowerPoint 演示文稿</vt:lpstr>
      <vt:lpstr>1 更改json文件数据重新有效</vt:lpstr>
      <vt:lpstr>PowerPoint 演示文稿</vt:lpstr>
      <vt:lpstr>1.3 json文件解析的底层原因</vt:lpstr>
      <vt:lpstr>2 代码兼容调试</vt:lpstr>
      <vt:lpstr>PowerPoint 演示文稿</vt:lpstr>
      <vt:lpstr>PowerPoint 演示文稿</vt:lpstr>
      <vt:lpstr>3 编译</vt:lpstr>
      <vt:lpstr>对生成的NON_HLOS.bin文件进行烧录， adb reboot bootloader;  fastboot flash modem NON_HLOS.bin； fastboot reboot</vt:lpstr>
      <vt:lpstr>4.如何确定某个sensor功能无法使用</vt:lpstr>
      <vt:lpstr>PowerPoint 演示文稿</vt:lpstr>
      <vt:lpstr>PowerPoint 演示文稿</vt:lpstr>
      <vt:lpstr>PowerPoint 演示文稿</vt:lpstr>
      <vt:lpstr>备注：6490平台需要加延时才能抓到 在adsp加载sensor ssc的时候加延时，将sns_init_delayed设为true adsp_proc/ssc/utils/osa/hexagon_user_pd_slpi/sns_user_pd_init.c</vt:lpstr>
      <vt:lpstr>PowerPoint 演示文稿</vt:lpstr>
      <vt:lpstr>PowerPoint 演示文稿</vt:lpstr>
      <vt:lpstr>PowerPoint 演示文稿</vt:lpstr>
      <vt:lpstr>保持设备usb连接上，然后重启设备 等待开机 qxdm会自动连接设备抓log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依雯</dc:creator>
  <cp:lastModifiedBy>蓝心鱼纹</cp:lastModifiedBy>
  <cp:revision>578</cp:revision>
  <dcterms:created xsi:type="dcterms:W3CDTF">2020-05-11T05:39:00Z</dcterms:created>
  <dcterms:modified xsi:type="dcterms:W3CDTF">2024-04-25T06:56:21Z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47738BC349A74BF69DE2B0F634B493B0_13</vt:lpwstr>
  </property>
</Properties>
</file>