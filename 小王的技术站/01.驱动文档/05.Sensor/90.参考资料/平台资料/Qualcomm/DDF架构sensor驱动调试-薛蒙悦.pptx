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0"/>
  </p:notesMasterIdLst>
  <p:sldIdLst>
    <p:sldId id="908" r:id="rId3"/>
    <p:sldId id="812" r:id="rId4"/>
    <p:sldId id="813" r:id="rId5"/>
    <p:sldId id="910" r:id="rId6"/>
    <p:sldId id="911" r:id="rId7"/>
    <p:sldId id="889" r:id="rId8"/>
    <p:sldId id="912" r:id="rId9"/>
    <p:sldId id="927" r:id="rId10"/>
    <p:sldId id="913" r:id="rId11"/>
    <p:sldId id="923" r:id="rId12"/>
    <p:sldId id="924" r:id="rId13"/>
    <p:sldId id="925" r:id="rId14"/>
    <p:sldId id="926" r:id="rId15"/>
    <p:sldId id="909" r:id="rId16"/>
    <p:sldId id="914" r:id="rId17"/>
    <p:sldId id="916" r:id="rId18"/>
    <p:sldId id="917" r:id="rId19"/>
    <p:sldId id="928" r:id="rId20"/>
    <p:sldId id="929" r:id="rId21"/>
    <p:sldId id="933" r:id="rId22"/>
    <p:sldId id="915" r:id="rId23"/>
    <p:sldId id="918" r:id="rId24"/>
    <p:sldId id="919" r:id="rId25"/>
    <p:sldId id="930" r:id="rId26"/>
    <p:sldId id="931" r:id="rId27"/>
    <p:sldId id="932" r:id="rId28"/>
    <p:sldId id="897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F00"/>
    <a:srgbClr val="FB471D"/>
    <a:srgbClr val="DBE6EE"/>
    <a:srgbClr val="CFDEE8"/>
    <a:srgbClr val="FC6A48"/>
    <a:srgbClr val="FED9D0"/>
    <a:srgbClr val="FB481E"/>
    <a:srgbClr val="F51B55"/>
    <a:srgbClr val="A8BE11"/>
    <a:srgbClr val="00AA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43" autoAdjust="0"/>
    <p:restoredTop sz="94660"/>
  </p:normalViewPr>
  <p:slideViewPr>
    <p:cSldViewPr snapToGrid="0">
      <p:cViewPr>
        <p:scale>
          <a:sx n="100" d="100"/>
          <a:sy n="100" d="100"/>
        </p:scale>
        <p:origin x="996" y="306"/>
      </p:cViewPr>
      <p:guideLst>
        <p:guide orient="horz" pos="215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9220A-73E9-4B9C-9E3B-53973F238642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FE7139-2570-43E3-9B5D-C7820EC1FC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336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166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5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5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35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86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200151"/>
            <a:ext cx="5384800" cy="3394075"/>
          </a:xfrm>
        </p:spPr>
        <p:txBody>
          <a:bodyPr/>
          <a:lstStyle>
            <a:lvl1pPr>
              <a:defRPr sz="3735"/>
            </a:lvl1pPr>
            <a:lvl2pPr>
              <a:defRPr sz="3200"/>
            </a:lvl2pPr>
            <a:lvl3pPr>
              <a:defRPr sz="2665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665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35" b="1"/>
            </a:lvl4pPr>
            <a:lvl5pPr marL="2438400" indent="0">
              <a:buNone/>
              <a:defRPr sz="2135" b="1"/>
            </a:lvl5pPr>
            <a:lvl6pPr marL="3048000" indent="0">
              <a:buNone/>
              <a:defRPr sz="2135" b="1"/>
            </a:lvl6pPr>
            <a:lvl7pPr marL="3657600" indent="0">
              <a:buNone/>
              <a:defRPr sz="2135" b="1"/>
            </a:lvl7pPr>
            <a:lvl8pPr marL="4267200" indent="0">
              <a:buNone/>
              <a:defRPr sz="2135" b="1"/>
            </a:lvl8pPr>
            <a:lvl9pPr marL="4876800" indent="0">
              <a:buNone/>
              <a:defRPr sz="213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5"/>
            </a:lvl2pPr>
            <a:lvl3pPr>
              <a:defRPr sz="2400"/>
            </a:lvl3pPr>
            <a:lvl4pPr>
              <a:defRPr sz="2135"/>
            </a:lvl4pPr>
            <a:lvl5pPr>
              <a:defRPr sz="2135"/>
            </a:lvl5pPr>
            <a:lvl6pPr>
              <a:defRPr sz="2135"/>
            </a:lvl6pPr>
            <a:lvl7pPr>
              <a:defRPr sz="2135"/>
            </a:lvl7pPr>
            <a:lvl8pPr>
              <a:defRPr sz="2135"/>
            </a:lvl8pPr>
            <a:lvl9pPr>
              <a:defRPr sz="213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5"/>
            </a:lvl1pPr>
            <a:lvl2pPr>
              <a:defRPr sz="3735"/>
            </a:lvl2pPr>
            <a:lvl3pPr>
              <a:defRPr sz="3200"/>
            </a:lvl3pPr>
            <a:lvl4pPr>
              <a:defRPr sz="2665"/>
            </a:lvl4pPr>
            <a:lvl5pPr>
              <a:defRPr sz="2665"/>
            </a:lvl5pPr>
            <a:lvl6pPr>
              <a:defRPr sz="2665"/>
            </a:lvl6pPr>
            <a:lvl7pPr>
              <a:defRPr sz="2665"/>
            </a:lvl7pPr>
            <a:lvl8pPr>
              <a:defRPr sz="2665"/>
            </a:lvl8pPr>
            <a:lvl9pPr>
              <a:defRPr sz="266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5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5"/>
            </a:lvl1pPr>
            <a:lvl2pPr marL="609600" indent="0">
              <a:buNone/>
              <a:defRPr sz="3735"/>
            </a:lvl2pPr>
            <a:lvl3pPr marL="1219200" indent="0">
              <a:buNone/>
              <a:defRPr sz="3200"/>
            </a:lvl3pPr>
            <a:lvl4pPr marL="1828800" indent="0">
              <a:buNone/>
              <a:defRPr sz="2665"/>
            </a:lvl4pPr>
            <a:lvl5pPr marL="2438400" indent="0">
              <a:buNone/>
              <a:defRPr sz="2665"/>
            </a:lvl5pPr>
            <a:lvl6pPr marL="3048000" indent="0">
              <a:buNone/>
              <a:defRPr sz="2665"/>
            </a:lvl6pPr>
            <a:lvl7pPr marL="3657600" indent="0">
              <a:buNone/>
              <a:defRPr sz="2665"/>
            </a:lvl7pPr>
            <a:lvl8pPr marL="4267200" indent="0">
              <a:buNone/>
              <a:defRPr sz="2665"/>
            </a:lvl8pPr>
            <a:lvl9pPr marL="4876800" indent="0">
              <a:buNone/>
              <a:defRPr sz="266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5"/>
            </a:lvl1pPr>
            <a:lvl2pPr marL="609600" indent="0">
              <a:buNone/>
              <a:defRPr sz="1600"/>
            </a:lvl2pPr>
            <a:lvl3pPr marL="1219200" indent="0">
              <a:buNone/>
              <a:defRPr sz="1335"/>
            </a:lvl3pPr>
            <a:lvl4pPr marL="1828800" indent="0">
              <a:buNone/>
              <a:defRPr sz="1200"/>
            </a:lvl4pPr>
            <a:lvl5pPr marL="2438400" indent="0">
              <a:buNone/>
              <a:defRPr sz="1200"/>
            </a:lvl5pPr>
            <a:lvl6pPr marL="3048000" indent="0">
              <a:buNone/>
              <a:defRPr sz="1200"/>
            </a:lvl6pPr>
            <a:lvl7pPr marL="3657600" indent="0">
              <a:buNone/>
              <a:defRPr sz="1200"/>
            </a:lvl7pPr>
            <a:lvl8pPr marL="4267200" indent="0">
              <a:buNone/>
              <a:defRPr sz="1200"/>
            </a:lvl8pPr>
            <a:lvl9pPr marL="4876800" indent="0">
              <a:buNone/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06375"/>
            <a:ext cx="2743200" cy="438785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06375"/>
            <a:ext cx="8026400" cy="438785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C6EB1-B022-4CFA-AE36-428DB5F3EABF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7E30F4-2ED6-4D88-9E0D-51AAAA67722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B7C486-FC03-4B87-BF74-82AA163C27DD}" type="datetimeFigureOut">
              <a:rPr lang="zh-CN" altLang="en-US" smtClean="0"/>
              <a:t>2022/2/17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CEC03B-2489-4B58-A4FB-5CC03AB63A3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同心圆 27"/>
          <p:cNvSpPr/>
          <p:nvPr/>
        </p:nvSpPr>
        <p:spPr>
          <a:xfrm>
            <a:off x="2506566" y="5686971"/>
            <a:ext cx="6364299" cy="6110630"/>
          </a:xfrm>
          <a:prstGeom prst="donut">
            <a:avLst/>
          </a:prstGeom>
          <a:solidFill>
            <a:srgbClr val="DBE6EE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en-US" altLang="zh-CN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27" name="同心圆 26"/>
          <p:cNvSpPr/>
          <p:nvPr/>
        </p:nvSpPr>
        <p:spPr>
          <a:xfrm>
            <a:off x="-505135" y="-240010"/>
            <a:ext cx="2032382" cy="1951375"/>
          </a:xfrm>
          <a:prstGeom prst="donut">
            <a:avLst/>
          </a:prstGeom>
          <a:solidFill>
            <a:srgbClr val="CFDEE8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50085" y="1689843"/>
            <a:ext cx="81687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kern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DDF</a:t>
            </a:r>
            <a:r>
              <a:rPr lang="zh-CN" altLang="en-US" sz="6600" b="1" kern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架构</a:t>
            </a:r>
            <a:r>
              <a:rPr lang="en-US" altLang="zh-CN" sz="6600" b="1" kern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sensor</a:t>
            </a:r>
            <a:r>
              <a:rPr lang="zh-CN" altLang="en-US" sz="6600" b="1" ker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调试</a:t>
            </a:r>
            <a:endParaRPr lang="zh-CN" altLang="en-US" sz="6600" dirty="0">
              <a:solidFill>
                <a:schemeClr val="accent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265897" y="816839"/>
            <a:ext cx="8968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00" spc="3000" dirty="0">
                <a:solidFill>
                  <a:srgbClr val="FB471D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ENTERPRISE TRAINING</a:t>
            </a:r>
          </a:p>
        </p:txBody>
      </p:sp>
      <p:cxnSp>
        <p:nvCxnSpPr>
          <p:cNvPr id="11" name="直线连接符 10"/>
          <p:cNvCxnSpPr/>
          <p:nvPr/>
        </p:nvCxnSpPr>
        <p:spPr>
          <a:xfrm>
            <a:off x="2069850" y="3870014"/>
            <a:ext cx="5403994" cy="0"/>
          </a:xfrm>
          <a:prstGeom prst="line">
            <a:avLst/>
          </a:prstGeom>
          <a:ln>
            <a:solidFill>
              <a:srgbClr val="FB471D">
                <a:alpha val="3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圆角矩形 8"/>
          <p:cNvSpPr/>
          <p:nvPr/>
        </p:nvSpPr>
        <p:spPr>
          <a:xfrm>
            <a:off x="4765685" y="5165780"/>
            <a:ext cx="2126574" cy="673050"/>
          </a:xfrm>
          <a:prstGeom prst="roundRect">
            <a:avLst>
              <a:gd name="adj" fmla="val 50000"/>
            </a:avLst>
          </a:prstGeom>
          <a:solidFill>
            <a:srgbClr val="FB4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4919864" y="5317639"/>
            <a:ext cx="1818217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>
                <a:solidFill>
                  <a:schemeClr val="bg2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讲师</a:t>
            </a:r>
            <a:r>
              <a:rPr lang="zh-CN" altLang="en-US" smtClean="0">
                <a:solidFill>
                  <a:schemeClr val="bg2"/>
                </a:solidFill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：薛蒙悦</a:t>
            </a:r>
            <a:endParaRPr lang="en-US" altLang="zh-CN" dirty="0">
              <a:solidFill>
                <a:schemeClr val="bg2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997268" y="3287662"/>
            <a:ext cx="380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spc="600" dirty="0"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企业宣传</a:t>
            </a:r>
            <a:r>
              <a:rPr lang="en-US" altLang="zh-CN" sz="1400" spc="600" dirty="0"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/</a:t>
            </a:r>
            <a:r>
              <a:rPr lang="zh-CN" altLang="en-US" sz="1400" spc="600" dirty="0"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员工培训</a:t>
            </a:r>
            <a:r>
              <a:rPr lang="en-US" altLang="zh-CN" sz="1400" spc="600" dirty="0"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/</a:t>
            </a:r>
            <a:r>
              <a:rPr lang="zh-CN" altLang="en-US" sz="1400" spc="600" dirty="0">
                <a:latin typeface="思源黑体 CN Normal" panose="020B0400000000000000" pitchFamily="34" charset="-128"/>
                <a:ea typeface="思源黑体 CN Normal" panose="020B0400000000000000" pitchFamily="34" charset="-128"/>
              </a:rPr>
              <a:t>企业管理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472238" y="7872413"/>
            <a:ext cx="0" cy="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/>
            <a:endParaRPr kumimoji="1" lang="zh-CN" altLang="en-US" dirty="0"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997268" y="4047408"/>
            <a:ext cx="3809357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smtClean="0">
                <a:solidFill>
                  <a:srgbClr val="C00000"/>
                </a:solidFill>
                <a:sym typeface="+mn-ea"/>
              </a:rPr>
              <a:t>讲师简介：驱动工程师 </a:t>
            </a:r>
            <a:endParaRPr lang="en-US" altLang="zh-CN" sz="1200" dirty="0">
              <a:solidFill>
                <a:srgbClr val="C00000"/>
              </a:solidFill>
            </a:endParaRPr>
          </a:p>
          <a:p>
            <a:r>
              <a:rPr lang="en-US" altLang="zh-CN" sz="1200">
                <a:solidFill>
                  <a:srgbClr val="C00000"/>
                </a:solidFill>
                <a:sym typeface="+mn-ea"/>
              </a:rPr>
              <a:t>	</a:t>
            </a:r>
            <a:r>
              <a:rPr lang="en-US" altLang="zh-CN" sz="1200" smtClean="0">
                <a:solidFill>
                  <a:srgbClr val="C00000"/>
                </a:solidFill>
                <a:sym typeface="+mn-ea"/>
              </a:rPr>
              <a:t>2022.02.11</a:t>
            </a:r>
            <a:endParaRPr lang="zh-CN" altLang="en-US" sz="1200" dirty="0">
              <a:solidFill>
                <a:schemeClr val="accent2">
                  <a:alpha val="52000"/>
                </a:schemeClr>
              </a:solidFill>
            </a:endParaRPr>
          </a:p>
        </p:txBody>
      </p:sp>
      <p:sp>
        <p:nvSpPr>
          <p:cNvPr id="25" name="同心圆 24"/>
          <p:cNvSpPr/>
          <p:nvPr/>
        </p:nvSpPr>
        <p:spPr>
          <a:xfrm>
            <a:off x="-5993922" y="-143364"/>
            <a:ext cx="7133747" cy="6849409"/>
          </a:xfrm>
          <a:prstGeom prst="donut">
            <a:avLst/>
          </a:prstGeom>
          <a:solidFill>
            <a:srgbClr val="FED9D0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sp>
        <p:nvSpPr>
          <p:cNvPr id="4" name="同心圆 3"/>
          <p:cNvSpPr/>
          <p:nvPr/>
        </p:nvSpPr>
        <p:spPr>
          <a:xfrm>
            <a:off x="9484735" y="342900"/>
            <a:ext cx="7133747" cy="6849409"/>
          </a:xfrm>
          <a:prstGeom prst="donut">
            <a:avLst/>
          </a:prstGeom>
          <a:solidFill>
            <a:srgbClr val="FB481E">
              <a:alpha val="8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1265897" y="1396903"/>
            <a:ext cx="1078196" cy="3768877"/>
            <a:chOff x="1288882" y="567159"/>
            <a:chExt cx="1078196" cy="4097438"/>
          </a:xfrm>
        </p:grpSpPr>
        <p:cxnSp>
          <p:nvCxnSpPr>
            <p:cNvPr id="18" name="直线连接符 17"/>
            <p:cNvCxnSpPr/>
            <p:nvPr/>
          </p:nvCxnSpPr>
          <p:spPr>
            <a:xfrm>
              <a:off x="1288882" y="601883"/>
              <a:ext cx="1078196" cy="0"/>
            </a:xfrm>
            <a:prstGeom prst="line">
              <a:avLst/>
            </a:prstGeom>
            <a:ln w="76200">
              <a:solidFill>
                <a:srgbClr val="FB47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线连接符 21"/>
            <p:cNvCxnSpPr/>
            <p:nvPr/>
          </p:nvCxnSpPr>
          <p:spPr>
            <a:xfrm>
              <a:off x="1317763" y="567159"/>
              <a:ext cx="0" cy="4097438"/>
            </a:xfrm>
            <a:prstGeom prst="line">
              <a:avLst/>
            </a:prstGeom>
            <a:ln w="76200">
              <a:solidFill>
                <a:srgbClr val="FB47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/>
            <p:cNvCxnSpPr/>
            <p:nvPr/>
          </p:nvCxnSpPr>
          <p:spPr>
            <a:xfrm>
              <a:off x="1288882" y="4620229"/>
              <a:ext cx="1078196" cy="0"/>
            </a:xfrm>
            <a:prstGeom prst="line">
              <a:avLst/>
            </a:prstGeom>
            <a:ln w="76200">
              <a:solidFill>
                <a:srgbClr val="FB471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同心圆 25"/>
          <p:cNvSpPr/>
          <p:nvPr/>
        </p:nvSpPr>
        <p:spPr>
          <a:xfrm>
            <a:off x="8674095" y="2348179"/>
            <a:ext cx="2032382" cy="1951375"/>
          </a:xfrm>
          <a:prstGeom prst="donut">
            <a:avLst/>
          </a:prstGeom>
          <a:solidFill>
            <a:srgbClr val="CFDEE8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  <a:latin typeface="思源黑体 CN Normal" panose="020B0400000000000000" pitchFamily="34" charset="-128"/>
              <a:ea typeface="思源黑体 CN Normal" panose="020B0400000000000000" pitchFamily="34" charset="-12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2000">
        <p:split orient="vert"/>
      </p:transition>
    </mc:Choice>
    <mc:Fallback xmlns="">
      <p:transition spd="slow" advTm="200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bldLvl="0" animBg="1"/>
      <p:bldP spid="27" grpId="0" bldLvl="0" animBg="1"/>
      <p:bldP spid="6" grpId="0"/>
      <p:bldP spid="7" grpId="0"/>
      <p:bldP spid="9" grpId="0" bldLvl="0" animBg="1"/>
      <p:bldP spid="8" grpId="0"/>
      <p:bldP spid="15" grpId="0"/>
      <p:bldP spid="17" grpId="0"/>
      <p:bldP spid="25" grpId="0" bldLvl="0" animBg="1"/>
      <p:bldP spid="4" grpId="0" bldLvl="0" animBg="1"/>
      <p:bldP spid="26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Documents and Settings\Administrator\桌面\ppt-29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lum bright="24000" contrast="-6000"/>
          </a:blip>
          <a:srcRect/>
          <a:stretch>
            <a:fillRect/>
          </a:stretch>
        </p:blipFill>
        <p:spPr bwMode="auto">
          <a:xfrm>
            <a:off x="331418" y="1166435"/>
            <a:ext cx="4300200" cy="4525433"/>
          </a:xfrm>
          <a:prstGeom prst="rect">
            <a:avLst/>
          </a:prstGeom>
          <a:noFill/>
        </p:spPr>
      </p:pic>
      <p:grpSp>
        <p:nvGrpSpPr>
          <p:cNvPr id="5" name="Group 21出自【趣你的PPT】(微信:qunideppt)：最优质的PPT资源库"/>
          <p:cNvGrpSpPr/>
          <p:nvPr/>
        </p:nvGrpSpPr>
        <p:grpSpPr>
          <a:xfrm>
            <a:off x="5411710" y="1684839"/>
            <a:ext cx="4937771" cy="469486"/>
            <a:chOff x="3729037" y="2368156"/>
            <a:chExt cx="4477307" cy="469484"/>
          </a:xfrm>
          <a:noFill/>
        </p:grpSpPr>
        <p:sp>
          <p:nvSpPr>
            <p:cNvPr id="7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600" y="2377267"/>
              <a:ext cx="3079744" cy="46037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</a:t>
              </a:r>
              <a:r>
                <a:rPr lang="zh-CN" altLang="en-US" sz="24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类型简介</a:t>
              </a:r>
              <a:endParaRPr lang="en-US" altLang="zh-CN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8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7" y="2368156"/>
              <a:ext cx="1197055" cy="460373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01</a:t>
              </a:r>
            </a:p>
          </p:txBody>
        </p:sp>
      </p:grpSp>
      <p:grpSp>
        <p:nvGrpSpPr>
          <p:cNvPr id="9" name="Group 22出自【趣你的PPT】(微信:qunideppt)：最优质的PPT资源库"/>
          <p:cNvGrpSpPr/>
          <p:nvPr/>
        </p:nvGrpSpPr>
        <p:grpSpPr>
          <a:xfrm>
            <a:off x="5411711" y="2719330"/>
            <a:ext cx="5263549" cy="462158"/>
            <a:chOff x="3729038" y="3075246"/>
            <a:chExt cx="4772706" cy="462157"/>
          </a:xfrm>
          <a:noFill/>
        </p:grpSpPr>
        <p:sp>
          <p:nvSpPr>
            <p:cNvPr id="10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599" y="3077029"/>
              <a:ext cx="3375145" cy="4603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 bring up</a:t>
              </a:r>
              <a:endParaRPr lang="en-US" altLang="zh-CN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1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8" y="3075246"/>
              <a:ext cx="1286878" cy="460374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</a:p>
          </p:txBody>
        </p:sp>
      </p:grpSp>
      <p:grpSp>
        <p:nvGrpSpPr>
          <p:cNvPr id="13" name="Group 23出自【趣你的PPT】(微信:qunideppt)：最优质的PPT资源库"/>
          <p:cNvGrpSpPr/>
          <p:nvPr/>
        </p:nvGrpSpPr>
        <p:grpSpPr>
          <a:xfrm>
            <a:off x="5411712" y="3682991"/>
            <a:ext cx="4937769" cy="482600"/>
            <a:chOff x="3729038" y="3778392"/>
            <a:chExt cx="4477306" cy="482601"/>
          </a:xfrm>
          <a:noFill/>
        </p:grpSpPr>
        <p:sp>
          <p:nvSpPr>
            <p:cNvPr id="14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599" y="3778392"/>
              <a:ext cx="307974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conf</a:t>
              </a:r>
              <a:r>
                <a:rPr lang="zh-CN" altLang="en-US" sz="24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文件配置</a:t>
              </a:r>
              <a:endParaRPr lang="en-US" altLang="zh-CN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8" y="3800617"/>
              <a:ext cx="119705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03</a:t>
              </a:r>
            </a:p>
          </p:txBody>
        </p:sp>
      </p:grpSp>
      <p:sp>
        <p:nvSpPr>
          <p:cNvPr id="46" name="矩形 45"/>
          <p:cNvSpPr/>
          <p:nvPr/>
        </p:nvSpPr>
        <p:spPr>
          <a:xfrm flipH="1" flipV="1">
            <a:off x="5516487" y="2129008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flipH="1" flipV="1">
            <a:off x="5516487" y="3161519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 flipH="1" flipV="1">
            <a:off x="5516487" y="4153388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  <p:grpSp>
        <p:nvGrpSpPr>
          <p:cNvPr id="16" name="Group 23出自【趣你的PPT】(微信:qunideppt)：最优质的PPT资源库"/>
          <p:cNvGrpSpPr/>
          <p:nvPr/>
        </p:nvGrpSpPr>
        <p:grpSpPr>
          <a:xfrm>
            <a:off x="5411710" y="4612433"/>
            <a:ext cx="4937769" cy="482600"/>
            <a:chOff x="3729038" y="3778392"/>
            <a:chExt cx="4477306" cy="482601"/>
          </a:xfrm>
          <a:noFill/>
        </p:grpSpPr>
        <p:sp>
          <p:nvSpPr>
            <p:cNvPr id="18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26599" y="3778392"/>
              <a:ext cx="307974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 debug</a:t>
              </a:r>
              <a:endParaRPr lang="en-US" altLang="zh-CN" sz="24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9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3729038" y="3800617"/>
              <a:ext cx="1197055" cy="460376"/>
            </a:xfrm>
            <a:prstGeom prst="rect">
              <a:avLst/>
            </a:prstGeom>
            <a:grpFill/>
            <a:ln w="9525">
              <a:noFill/>
              <a:miter lim="800000"/>
            </a:ln>
          </p:spPr>
          <p:txBody>
            <a:bodyPr wrap="square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2400" b="1" kern="0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04</a:t>
              </a:r>
            </a:p>
          </p:txBody>
        </p:sp>
      </p:grpSp>
      <p:sp>
        <p:nvSpPr>
          <p:cNvPr id="20" name="矩形 19"/>
          <p:cNvSpPr/>
          <p:nvPr/>
        </p:nvSpPr>
        <p:spPr>
          <a:xfrm flipH="1" flipV="1">
            <a:off x="5516487" y="5077033"/>
            <a:ext cx="5571633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1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1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2" fill="hold" nodeType="afterEffect" p14:presetBounceEnd="66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66000">
                                          <p:cBhvr additive="base"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66000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5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4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5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7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8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9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0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2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</p:timing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5"/>
            <a:ext cx="11426341" cy="1824016"/>
            <a:chOff x="1958473" y="2744981"/>
            <a:chExt cx="8568047" cy="1368747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285"/>
              <a:ext cx="8568047" cy="831443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</a:t>
              </a:r>
              <a:r>
                <a:rPr lang="zh-CN" altLang="en-US" sz="66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简介</a:t>
              </a:r>
              <a:endParaRPr lang="en-US" altLang="zh-CN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01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>
                <a:solidFill>
                  <a:srgbClr val="FF0000"/>
                </a:solidFill>
              </a:rPr>
              <a:t>sensor</a:t>
            </a:r>
            <a:r>
              <a:rPr lang="zh-CN" altLang="en-US" sz="2400" smtClean="0">
                <a:solidFill>
                  <a:srgbClr val="FF0000"/>
                </a:solidFill>
              </a:rPr>
              <a:t>是什么？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r>
              <a:rPr lang="zh-CN" altLang="en-US" smtClean="0"/>
              <a:t>传感器</a:t>
            </a:r>
            <a:r>
              <a:rPr lang="zh-CN" altLang="en-US"/>
              <a:t>是</a:t>
            </a:r>
            <a:r>
              <a:rPr lang="zh-CN" altLang="en-US" smtClean="0"/>
              <a:t>能将温度</a:t>
            </a:r>
            <a:r>
              <a:rPr lang="zh-CN" altLang="en-US"/>
              <a:t>，加速度</a:t>
            </a:r>
            <a:r>
              <a:rPr lang="zh-CN" altLang="en-US" smtClean="0"/>
              <a:t>等物理现象转变为模拟信号，再处理为数字信号给系统的器件。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en-US" altLang="zh-CN" sz="2400" smtClean="0">
                <a:solidFill>
                  <a:srgbClr val="FF0000"/>
                </a:solidFill>
              </a:rPr>
              <a:t>sensor</a:t>
            </a:r>
            <a:r>
              <a:rPr lang="zh-CN" altLang="en-US" sz="2400" smtClean="0">
                <a:solidFill>
                  <a:srgbClr val="FF0000"/>
                </a:solidFill>
              </a:rPr>
              <a:t>有哪些？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r>
              <a:rPr lang="en-US" altLang="zh-CN" smtClean="0"/>
              <a:t>1. </a:t>
            </a:r>
            <a:r>
              <a:rPr lang="zh-CN" altLang="en-US" smtClean="0"/>
              <a:t>光线</a:t>
            </a:r>
            <a:r>
              <a:rPr lang="zh-CN" altLang="en-US"/>
              <a:t>传感器</a:t>
            </a:r>
          </a:p>
          <a:p>
            <a:r>
              <a:rPr lang="zh-CN" altLang="en-US"/>
              <a:t>原理：通过光照在光敏三极管上产生的微弱</a:t>
            </a:r>
            <a:r>
              <a:rPr lang="zh-CN" altLang="en-US">
                <a:solidFill>
                  <a:srgbClr val="FF9F00"/>
                </a:solidFill>
              </a:rPr>
              <a:t>电流</a:t>
            </a:r>
            <a:r>
              <a:rPr lang="zh-CN" altLang="en-US"/>
              <a:t>，判断周围亮度变化</a:t>
            </a:r>
          </a:p>
          <a:p>
            <a:r>
              <a:rPr lang="en-US" altLang="zh-CN"/>
              <a:t>2. </a:t>
            </a:r>
            <a:r>
              <a:rPr lang="zh-CN" altLang="en-US"/>
              <a:t>距离传感器</a:t>
            </a:r>
          </a:p>
          <a:p>
            <a:r>
              <a:rPr lang="zh-CN" altLang="en-US"/>
              <a:t>距离传感器一般与</a:t>
            </a:r>
            <a:r>
              <a:rPr lang="en-US" altLang="zh-CN"/>
              <a:t>light sensor</a:t>
            </a:r>
            <a:r>
              <a:rPr lang="zh-CN" altLang="en-US"/>
              <a:t>一起集成为光距传感器</a:t>
            </a:r>
          </a:p>
          <a:p>
            <a:r>
              <a:rPr lang="zh-CN" altLang="en-US"/>
              <a:t>原理：红外</a:t>
            </a:r>
            <a:r>
              <a:rPr lang="en-US" altLang="zh-CN"/>
              <a:t>LED</a:t>
            </a:r>
            <a:r>
              <a:rPr lang="zh-CN" altLang="en-US"/>
              <a:t>灯发出的不可见</a:t>
            </a:r>
            <a:r>
              <a:rPr lang="zh-CN" altLang="en-US">
                <a:solidFill>
                  <a:srgbClr val="FF9F00"/>
                </a:solidFill>
              </a:rPr>
              <a:t>红外光</a:t>
            </a:r>
            <a:r>
              <a:rPr lang="zh-CN" altLang="en-US"/>
              <a:t>，射向附近的物体，反射后被红外辐射光线探测器探测到</a:t>
            </a:r>
          </a:p>
          <a:p>
            <a:r>
              <a:rPr lang="en-US" altLang="zh-CN"/>
              <a:t>3. </a:t>
            </a:r>
            <a:r>
              <a:rPr lang="zh-CN" altLang="en-US" smtClean="0"/>
              <a:t>重力</a:t>
            </a:r>
            <a:r>
              <a:rPr lang="en-US" altLang="zh-CN" smtClean="0"/>
              <a:t>/</a:t>
            </a:r>
            <a:r>
              <a:rPr lang="zh-CN" altLang="en-US" smtClean="0"/>
              <a:t>陀螺仪传感器</a:t>
            </a:r>
            <a:endParaRPr lang="zh-CN" altLang="en-US"/>
          </a:p>
          <a:p>
            <a:r>
              <a:rPr lang="zh-CN" altLang="en-US"/>
              <a:t>原理：透过压电效应来实现，重力传感器内部有一块重物与压电片整合在一起，透过正交两个方向产生的</a:t>
            </a:r>
            <a:r>
              <a:rPr lang="zh-CN" altLang="en-US">
                <a:solidFill>
                  <a:srgbClr val="FF9F00"/>
                </a:solidFill>
              </a:rPr>
              <a:t>电压</a:t>
            </a:r>
            <a:r>
              <a:rPr lang="zh-CN" altLang="en-US"/>
              <a:t>大小，来计算出水平的方向</a:t>
            </a:r>
            <a:r>
              <a:rPr lang="zh-CN" altLang="en-US" smtClean="0"/>
              <a:t>。</a:t>
            </a:r>
            <a:endParaRPr lang="en-US" altLang="zh-CN" smtClean="0"/>
          </a:p>
          <a:p>
            <a:endParaRPr lang="zh-CN" altLang="en-US"/>
          </a:p>
          <a:p>
            <a:r>
              <a:rPr lang="en-US" altLang="zh-CN" sz="2400" smtClean="0">
                <a:solidFill>
                  <a:srgbClr val="FF0000"/>
                </a:solidFill>
              </a:rPr>
              <a:t>sensor</a:t>
            </a:r>
            <a:r>
              <a:rPr lang="zh-CN" altLang="en-US" sz="2400" smtClean="0">
                <a:solidFill>
                  <a:srgbClr val="FF0000"/>
                </a:solidFill>
              </a:rPr>
              <a:t>文件包括什么？</a:t>
            </a:r>
            <a:endParaRPr lang="en-US" altLang="zh-CN" sz="2400" smtClean="0">
              <a:solidFill>
                <a:srgbClr val="FF0000"/>
              </a:solidFill>
            </a:endParaRPr>
          </a:p>
          <a:p>
            <a:r>
              <a:rPr lang="en-US" altLang="zh-CN" smtClean="0"/>
              <a:t>AP</a:t>
            </a:r>
            <a:r>
              <a:rPr lang="zh-CN" altLang="en-US" smtClean="0"/>
              <a:t>侧有</a:t>
            </a:r>
            <a:r>
              <a:rPr lang="en-US" altLang="zh-CN" smtClean="0"/>
              <a:t>sensor</a:t>
            </a:r>
            <a:r>
              <a:rPr lang="zh-CN" altLang="en-US" smtClean="0"/>
              <a:t>的配置文件，</a:t>
            </a:r>
            <a:r>
              <a:rPr lang="en-US" altLang="zh-CN" smtClean="0"/>
              <a:t>BP</a:t>
            </a:r>
            <a:r>
              <a:rPr lang="zh-CN" altLang="en-US" smtClean="0"/>
              <a:t>侧则放了</a:t>
            </a:r>
            <a:r>
              <a:rPr lang="en-US" altLang="zh-CN" smtClean="0"/>
              <a:t>sensor</a:t>
            </a:r>
            <a:r>
              <a:rPr lang="zh-CN" altLang="en-US" smtClean="0"/>
              <a:t>的框架以及各个</a:t>
            </a:r>
            <a:r>
              <a:rPr lang="en-US" altLang="zh-CN" smtClean="0"/>
              <a:t>sensor</a:t>
            </a:r>
            <a:r>
              <a:rPr lang="zh-CN" altLang="en-US" smtClean="0"/>
              <a:t>的驱动代码。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1373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smtClean="0"/>
              <a:t>sensor</a:t>
            </a:r>
            <a:r>
              <a:rPr lang="zh-CN" altLang="en-US" sz="2400" smtClean="0"/>
              <a:t>的架构</a:t>
            </a:r>
            <a:endParaRPr lang="en-US" altLang="zh-CN" sz="2400" smtClean="0"/>
          </a:p>
          <a:p>
            <a:endParaRPr lang="en-US" altLang="zh-CN" sz="2400" smtClean="0"/>
          </a:p>
          <a:p>
            <a:r>
              <a:rPr lang="en-US" altLang="zh-CN"/>
              <a:t>1. adsp</a:t>
            </a:r>
            <a:r>
              <a:rPr lang="zh-CN" altLang="en-US"/>
              <a:t>架构</a:t>
            </a:r>
            <a:r>
              <a:rPr lang="zh-CN" altLang="en-US" smtClean="0"/>
              <a:t>简介</a:t>
            </a:r>
            <a:endParaRPr lang="zh-CN" altLang="en-US"/>
          </a:p>
          <a:p>
            <a:r>
              <a:rPr lang="zh-CN" altLang="en-US"/>
              <a:t>　　最初的时候芯片厂家对</a:t>
            </a:r>
            <a:r>
              <a:rPr lang="en-US" altLang="zh-CN"/>
              <a:t>sensor</a:t>
            </a:r>
            <a:r>
              <a:rPr lang="zh-CN" altLang="en-US"/>
              <a:t>的处理和对待其它外设一样都是直接挂在</a:t>
            </a:r>
            <a:r>
              <a:rPr lang="en-US" altLang="zh-CN"/>
              <a:t>processor</a:t>
            </a:r>
            <a:r>
              <a:rPr lang="zh-CN" altLang="en-US"/>
              <a:t>上，</a:t>
            </a:r>
            <a:r>
              <a:rPr lang="en-US" altLang="zh-CN"/>
              <a:t>sensor</a:t>
            </a:r>
            <a:r>
              <a:rPr lang="zh-CN" altLang="en-US"/>
              <a:t>的驱动也和其他</a:t>
            </a:r>
            <a:r>
              <a:rPr lang="en-US" altLang="zh-CN"/>
              <a:t>linux</a:t>
            </a:r>
            <a:r>
              <a:rPr lang="zh-CN" altLang="en-US"/>
              <a:t>或</a:t>
            </a:r>
            <a:r>
              <a:rPr lang="en-US" altLang="zh-CN"/>
              <a:t>android</a:t>
            </a:r>
            <a:r>
              <a:rPr lang="zh-CN" altLang="en-US"/>
              <a:t>的驱动一样，生成对应的设备节点给上层提供数据。但后来这一切发生了变化，最主要的原因就是功耗。</a:t>
            </a:r>
            <a:r>
              <a:rPr lang="en-US" altLang="zh-CN"/>
              <a:t>Sensor</a:t>
            </a:r>
            <a:r>
              <a:rPr lang="zh-CN" altLang="en-US"/>
              <a:t>希望自己能够一直处于工作状态下，如计步器等应用场景。这样如果</a:t>
            </a:r>
            <a:r>
              <a:rPr lang="en-US" altLang="zh-CN"/>
              <a:t>sensor</a:t>
            </a:r>
            <a:r>
              <a:rPr lang="zh-CN" altLang="en-US"/>
              <a:t>还挂在主</a:t>
            </a:r>
            <a:r>
              <a:rPr lang="en-US" altLang="zh-CN"/>
              <a:t>processor</a:t>
            </a:r>
            <a:r>
              <a:rPr lang="zh-CN" altLang="en-US"/>
              <a:t>上势必影响待机功耗。因此各个芯片厂推出了各自的方案，如</a:t>
            </a:r>
            <a:r>
              <a:rPr lang="en-US" altLang="zh-CN"/>
              <a:t>sensor-hub</a:t>
            </a:r>
            <a:r>
              <a:rPr lang="zh-CN" altLang="en-US"/>
              <a:t>等等。高通在</a:t>
            </a:r>
            <a:r>
              <a:rPr lang="en-US" altLang="zh-CN"/>
              <a:t>MSM8960</a:t>
            </a:r>
            <a:r>
              <a:rPr lang="zh-CN" altLang="en-US"/>
              <a:t>之后就将</a:t>
            </a:r>
            <a:r>
              <a:rPr lang="en-US" altLang="zh-CN"/>
              <a:t>sensor</a:t>
            </a:r>
            <a:r>
              <a:rPr lang="zh-CN" altLang="en-US"/>
              <a:t>的处理塞到了一个单独的音频</a:t>
            </a:r>
            <a:r>
              <a:rPr lang="en-US" altLang="zh-CN"/>
              <a:t>dsp</a:t>
            </a:r>
            <a:r>
              <a:rPr lang="zh-CN" altLang="en-US"/>
              <a:t>中了（</a:t>
            </a:r>
            <a:r>
              <a:rPr lang="en-US" altLang="zh-CN"/>
              <a:t>MSM8953</a:t>
            </a:r>
            <a:r>
              <a:rPr lang="zh-CN" altLang="en-US"/>
              <a:t>中这个</a:t>
            </a:r>
            <a:r>
              <a:rPr lang="en-US" altLang="zh-CN"/>
              <a:t>dsp</a:t>
            </a:r>
            <a:r>
              <a:rPr lang="zh-CN" altLang="en-US"/>
              <a:t>叫作</a:t>
            </a:r>
            <a:r>
              <a:rPr lang="en-US" altLang="zh-CN"/>
              <a:t>aDSP</a:t>
            </a:r>
            <a:r>
              <a:rPr lang="zh-CN" altLang="en-US"/>
              <a:t>），这样待机时主处理器休眠降低功耗，由这个</a:t>
            </a:r>
            <a:r>
              <a:rPr lang="en-US" altLang="zh-CN"/>
              <a:t>aDSP</a:t>
            </a:r>
            <a:r>
              <a:rPr lang="zh-CN" altLang="en-US"/>
              <a:t>在处理音频数据的间隙捎带着就能把</a:t>
            </a:r>
            <a:r>
              <a:rPr lang="en-US" altLang="zh-CN"/>
              <a:t>sensor</a:t>
            </a:r>
            <a:r>
              <a:rPr lang="zh-CN" altLang="en-US"/>
              <a:t>的数据处理了</a:t>
            </a:r>
            <a:r>
              <a:rPr lang="zh-CN" altLang="en-US" smtClean="0"/>
              <a:t>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en-US" altLang="zh-CN" smtClean="0"/>
              <a:t>2. adsp</a:t>
            </a:r>
            <a:r>
              <a:rPr lang="zh-CN" altLang="en-US" smtClean="0"/>
              <a:t>中有什么</a:t>
            </a:r>
            <a:endParaRPr lang="en-US" altLang="zh-CN"/>
          </a:p>
          <a:p>
            <a:r>
              <a:rPr lang="en-US" altLang="zh-CN"/>
              <a:t> </a:t>
            </a:r>
            <a:r>
              <a:rPr lang="en-US" altLang="zh-CN" smtClean="0"/>
              <a:t>       aDSP</a:t>
            </a:r>
            <a:r>
              <a:rPr lang="zh-CN" altLang="en-US"/>
              <a:t>中包含了</a:t>
            </a:r>
            <a:r>
              <a:rPr lang="en-US" altLang="zh-CN"/>
              <a:t>log</a:t>
            </a:r>
            <a:r>
              <a:rPr lang="zh-CN" altLang="en-US"/>
              <a:t>接口，电源管理，</a:t>
            </a:r>
            <a:r>
              <a:rPr lang="en-US" altLang="zh-CN"/>
              <a:t>sensor</a:t>
            </a:r>
            <a:r>
              <a:rPr lang="zh-CN" altLang="en-US"/>
              <a:t>算法库，</a:t>
            </a:r>
            <a:r>
              <a:rPr lang="en-US" altLang="zh-CN"/>
              <a:t>sensor</a:t>
            </a:r>
            <a:r>
              <a:rPr lang="zh-CN" altLang="en-US"/>
              <a:t>校准，各个</a:t>
            </a:r>
            <a:r>
              <a:rPr lang="en-US" altLang="zh-CN"/>
              <a:t>sensor</a:t>
            </a:r>
            <a:r>
              <a:rPr lang="zh-CN" altLang="en-US"/>
              <a:t>的管理模块。最后一个是直接挂载各个传感器的（</a:t>
            </a:r>
            <a:r>
              <a:rPr lang="en-US" altLang="zh-CN"/>
              <a:t>Prox</a:t>
            </a:r>
            <a:r>
              <a:rPr lang="zh-CN" altLang="en-US"/>
              <a:t>、</a:t>
            </a:r>
            <a:r>
              <a:rPr lang="en-US" altLang="zh-CN"/>
              <a:t>Press</a:t>
            </a:r>
            <a:r>
              <a:rPr lang="zh-CN" altLang="en-US"/>
              <a:t>、</a:t>
            </a:r>
            <a:r>
              <a:rPr lang="en-US" altLang="zh-CN"/>
              <a:t>Mag</a:t>
            </a:r>
            <a:r>
              <a:rPr lang="zh-CN" altLang="en-US"/>
              <a:t>、</a:t>
            </a:r>
            <a:r>
              <a:rPr lang="en-US" altLang="zh-CN"/>
              <a:t>Gyro</a:t>
            </a:r>
            <a:r>
              <a:rPr lang="zh-CN" altLang="en-US"/>
              <a:t>、</a:t>
            </a:r>
            <a:r>
              <a:rPr lang="en-US" altLang="zh-CN"/>
              <a:t>Acc</a:t>
            </a:r>
            <a:r>
              <a:rPr lang="zh-CN" altLang="en-US"/>
              <a:t>），软件中的主要部分叫作</a:t>
            </a:r>
            <a:r>
              <a:rPr lang="en-US" altLang="zh-CN"/>
              <a:t>SMGR</a:t>
            </a:r>
            <a:r>
              <a:rPr lang="zh-CN" altLang="en-US" smtClean="0"/>
              <a:t>。架构中对各种</a:t>
            </a:r>
            <a:r>
              <a:rPr lang="en-US" altLang="zh-CN" smtClean="0"/>
              <a:t>sensor</a:t>
            </a:r>
            <a:r>
              <a:rPr lang="zh-CN" altLang="en-US" smtClean="0"/>
              <a:t>做了严格的分类，根据</a:t>
            </a:r>
            <a:r>
              <a:rPr lang="en-US" altLang="zh-CN" smtClean="0"/>
              <a:t>sensor</a:t>
            </a:r>
            <a:r>
              <a:rPr lang="zh-CN" altLang="en-US" smtClean="0"/>
              <a:t>的类型做不同的算法、上报数据等，这一点在后边讲</a:t>
            </a:r>
            <a:r>
              <a:rPr lang="en-US" altLang="zh-CN" smtClean="0"/>
              <a:t>conf</a:t>
            </a:r>
            <a:r>
              <a:rPr lang="zh-CN" altLang="en-US" smtClean="0"/>
              <a:t>文件的时候会提到。常见传感器调试有</a:t>
            </a:r>
            <a:r>
              <a:rPr lang="en-US" altLang="zh-CN"/>
              <a:t>a</a:t>
            </a:r>
            <a:r>
              <a:rPr lang="en-US" altLang="zh-CN" smtClean="0"/>
              <a:t>ccel</a:t>
            </a:r>
            <a:r>
              <a:rPr lang="zh-CN" altLang="en-US" smtClean="0"/>
              <a:t>加速度传感器、</a:t>
            </a:r>
            <a:r>
              <a:rPr lang="en-US" altLang="zh-CN"/>
              <a:t>g</a:t>
            </a:r>
            <a:r>
              <a:rPr lang="en-US" altLang="zh-CN" smtClean="0"/>
              <a:t>yro</a:t>
            </a:r>
            <a:r>
              <a:rPr lang="zh-CN" altLang="en-US" smtClean="0"/>
              <a:t>陀螺仪、</a:t>
            </a:r>
            <a:r>
              <a:rPr lang="en-US" altLang="zh-CN" smtClean="0"/>
              <a:t>mag</a:t>
            </a:r>
            <a:r>
              <a:rPr lang="zh-CN" altLang="en-US" smtClean="0"/>
              <a:t>磁力传感器、</a:t>
            </a:r>
            <a:r>
              <a:rPr lang="en-US" altLang="zh-CN" smtClean="0"/>
              <a:t>pressure</a:t>
            </a:r>
            <a:r>
              <a:rPr lang="zh-CN" altLang="en-US" smtClean="0"/>
              <a:t>压力传感器（气压计）、</a:t>
            </a:r>
            <a:r>
              <a:rPr lang="en-US" altLang="zh-CN" smtClean="0"/>
              <a:t>als/prox</a:t>
            </a:r>
            <a:r>
              <a:rPr lang="zh-CN" altLang="en-US" smtClean="0"/>
              <a:t>光感</a:t>
            </a:r>
            <a:r>
              <a:rPr lang="en-US" altLang="zh-CN" smtClean="0"/>
              <a:t>/</a:t>
            </a:r>
            <a:r>
              <a:rPr lang="zh-CN" altLang="en-US" smtClean="0"/>
              <a:t>距感传感器、</a:t>
            </a:r>
            <a:r>
              <a:rPr lang="en-US" altLang="zh-CN" smtClean="0"/>
              <a:t>humidity</a:t>
            </a:r>
            <a:r>
              <a:rPr lang="zh-CN" altLang="en-US" smtClean="0"/>
              <a:t>湿度传感器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96148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 bring up</a:t>
              </a:r>
              <a:endParaRPr lang="en-US" altLang="zh-CN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添加一个新</a:t>
            </a:r>
            <a:r>
              <a:rPr lang="en-US" altLang="zh-CN" smtClean="0"/>
              <a:t>sensor</a:t>
            </a:r>
            <a:r>
              <a:rPr lang="zh-CN" altLang="en-US" smtClean="0"/>
              <a:t>的方法：</a:t>
            </a:r>
            <a:endParaRPr lang="en-US" altLang="zh-CN" smtClean="0"/>
          </a:p>
          <a:p>
            <a:pPr marL="342900" indent="-342900">
              <a:buAutoNum type="arabicPeriod"/>
            </a:pPr>
            <a:r>
              <a:rPr lang="zh-CN" altLang="en-US" smtClean="0"/>
              <a:t>把驱动文件放到</a:t>
            </a:r>
            <a:r>
              <a:rPr lang="en-US" altLang="zh-CN"/>
              <a:t>&lt;adsp_proc&gt;/</a:t>
            </a:r>
            <a:r>
              <a:rPr lang="en-US" altLang="zh-CN" smtClean="0"/>
              <a:t>sensors/dd/qcom/src/</a:t>
            </a:r>
            <a:r>
              <a:rPr lang="zh-CN" altLang="en-US" smtClean="0"/>
              <a:t>目录下</a:t>
            </a:r>
            <a:endParaRPr lang="en-US" altLang="zh-CN" smtClean="0"/>
          </a:p>
          <a:p>
            <a:pPr marL="342900" indent="-342900">
              <a:buAutoNum type="arabicPeriod"/>
            </a:pPr>
            <a:endParaRPr lang="en-US" altLang="zh-CN" smtClean="0"/>
          </a:p>
          <a:p>
            <a:pPr marL="342900" indent="-342900">
              <a:buAutoNum type="arabicPeriod"/>
            </a:pPr>
            <a:r>
              <a:rPr lang="zh-CN" altLang="en-US" smtClean="0"/>
              <a:t>添加相关定义和编译路径</a:t>
            </a:r>
            <a:endParaRPr lang="en-US" altLang="zh-CN" smtClean="0"/>
          </a:p>
          <a:p>
            <a:r>
              <a:rPr lang="zh-CN" altLang="en-US" smtClean="0"/>
              <a:t>这一步主要涉及以下文件：</a:t>
            </a:r>
            <a:endParaRPr lang="en-US" altLang="zh-CN" smtClean="0"/>
          </a:p>
          <a:p>
            <a:r>
              <a:rPr lang="en-US" altLang="zh-CN" smtClean="0"/>
              <a:t>BP</a:t>
            </a:r>
            <a:r>
              <a:rPr lang="zh-CN" altLang="en-US" smtClean="0"/>
              <a:t>侧：</a:t>
            </a:r>
            <a:endParaRPr lang="en-US" altLang="zh-CN" smtClean="0"/>
          </a:p>
          <a:p>
            <a:r>
              <a:rPr lang="en-US" altLang="zh-CN"/>
              <a:t>&lt;adsp_proc&gt;/</a:t>
            </a:r>
            <a:r>
              <a:rPr lang="en-US" altLang="zh-CN" smtClean="0"/>
              <a:t>sensors/dd/qcom/inc/sns_dd.h</a:t>
            </a:r>
          </a:p>
          <a:p>
            <a:r>
              <a:rPr lang="en-US" altLang="zh-CN"/>
              <a:t>&lt;adsp_proc&gt;\</a:t>
            </a:r>
            <a:r>
              <a:rPr lang="en-US" altLang="zh-CN" smtClean="0"/>
              <a:t>sensors\dd\qcom\build\dd_qcom.scons</a:t>
            </a:r>
          </a:p>
          <a:p>
            <a:r>
              <a:rPr lang="en-US" altLang="zh-CN" smtClean="0"/>
              <a:t>&lt;</a:t>
            </a:r>
            <a:r>
              <a:rPr lang="en-US" altLang="zh-CN"/>
              <a:t>adsp_proc&gt;\sensors\build\Sensors.scons</a:t>
            </a:r>
          </a:p>
          <a:p>
            <a:r>
              <a:rPr lang="en-US" altLang="zh-CN"/>
              <a:t>&lt;adsp_proc&gt;/</a:t>
            </a:r>
            <a:r>
              <a:rPr lang="en-US" altLang="zh-CN" smtClean="0"/>
              <a:t>Sensors/common/inc/</a:t>
            </a:r>
            <a:r>
              <a:rPr lang="en-US" altLang="zh-CN" smtClean="0">
                <a:solidFill>
                  <a:schemeClr val="accent6">
                    <a:lumMod val="75000"/>
                  </a:schemeClr>
                </a:solidFill>
              </a:rPr>
              <a:t>sns_reg_common.h</a:t>
            </a:r>
          </a:p>
          <a:p>
            <a:r>
              <a:rPr lang="en-US" altLang="zh-CN"/>
              <a:t>&lt;adsp_proc&gt;\</a:t>
            </a:r>
            <a:r>
              <a:rPr lang="en-US" altLang="zh-CN" smtClean="0"/>
              <a:t>Sensors\smgr\src\sns_smgr_reg.c</a:t>
            </a:r>
          </a:p>
          <a:p>
            <a:endParaRPr lang="en-US" altLang="zh-CN" smtClean="0"/>
          </a:p>
          <a:p>
            <a:r>
              <a:rPr lang="en-US" altLang="zh-CN" smtClean="0"/>
              <a:t>AP</a:t>
            </a:r>
            <a:r>
              <a:rPr lang="zh-CN" altLang="en-US" smtClean="0"/>
              <a:t>侧：</a:t>
            </a:r>
            <a:endParaRPr lang="en-US" altLang="zh-CN"/>
          </a:p>
          <a:p>
            <a:r>
              <a:rPr lang="en-US" altLang="zh-CN" smtClean="0"/>
              <a:t>vendor/qcom/proprietary/sensors/dsps/sensordaemon/common/inc/</a:t>
            </a:r>
            <a:r>
              <a:rPr lang="en-US" altLang="zh-CN" smtClean="0">
                <a:solidFill>
                  <a:schemeClr val="accent6">
                    <a:lumMod val="75000"/>
                  </a:schemeClr>
                </a:solidFill>
              </a:rPr>
              <a:t>sns_reg_common.h</a:t>
            </a:r>
          </a:p>
          <a:p>
            <a:endParaRPr lang="en-US" altLang="zh-CN"/>
          </a:p>
          <a:p>
            <a:r>
              <a:rPr lang="zh-CN" altLang="en-US" smtClean="0">
                <a:solidFill>
                  <a:srgbClr val="FF0000"/>
                </a:solidFill>
              </a:rPr>
              <a:t>需要注意</a:t>
            </a:r>
            <a:r>
              <a:rPr lang="zh-CN" altLang="en-US" smtClean="0"/>
              <a:t>，两个</a:t>
            </a:r>
            <a:r>
              <a:rPr lang="en-US" altLang="zh-CN" smtClean="0"/>
              <a:t>scons</a:t>
            </a:r>
            <a:r>
              <a:rPr lang="zh-CN" altLang="en-US" smtClean="0"/>
              <a:t>后缀的文件只能用</a:t>
            </a:r>
            <a:r>
              <a:rPr lang="en-US" altLang="zh-CN" smtClean="0"/>
              <a:t>vim</a:t>
            </a:r>
            <a:r>
              <a:rPr lang="zh-CN" altLang="en-US" smtClean="0"/>
              <a:t>进行修改，不能直接在服务器上用</a:t>
            </a:r>
            <a:r>
              <a:rPr lang="en-US" altLang="zh-CN" smtClean="0"/>
              <a:t>notepad</a:t>
            </a:r>
            <a:r>
              <a:rPr lang="zh-CN" altLang="en-US" smtClean="0"/>
              <a:t>修改，否则会因为加密问题造成乱码，无法正常编译，甚至可能无法用</a:t>
            </a:r>
            <a:r>
              <a:rPr lang="en-US" altLang="zh-CN" smtClean="0"/>
              <a:t>checkout</a:t>
            </a:r>
            <a:r>
              <a:rPr lang="zh-CN" altLang="en-US" smtClean="0"/>
              <a:t>恢复文件。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 smtClean="0"/>
              <a:t>下面以</a:t>
            </a:r>
            <a:r>
              <a:rPr lang="en-US" altLang="zh-CN" smtClean="0"/>
              <a:t>cm32181</a:t>
            </a:r>
            <a:r>
              <a:rPr lang="zh-CN" altLang="en-US" smtClean="0"/>
              <a:t>传感器为例讲一讲新增</a:t>
            </a:r>
            <a:r>
              <a:rPr lang="en-US" altLang="zh-CN" smtClean="0"/>
              <a:t>sensor</a:t>
            </a:r>
            <a:r>
              <a:rPr lang="zh-CN" altLang="en-US" smtClean="0"/>
              <a:t>的流程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8823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增加驱动文件到</a:t>
            </a:r>
            <a:r>
              <a:rPr lang="en-US" altLang="zh-CN" smtClean="0"/>
              <a:t>BP</a:t>
            </a:r>
            <a:r>
              <a:rPr lang="zh-CN" altLang="en-US" smtClean="0"/>
              <a:t>侧：</a:t>
            </a:r>
            <a:endParaRPr lang="en-US" altLang="zh-CN" smtClean="0"/>
          </a:p>
          <a:p>
            <a:r>
              <a:rPr lang="zh-CN" altLang="en-US" smtClean="0"/>
              <a:t>路径：</a:t>
            </a:r>
            <a:r>
              <a:rPr lang="en-US" altLang="zh-CN" smtClean="0"/>
              <a:t>&lt;</a:t>
            </a:r>
            <a:r>
              <a:rPr lang="en-US" altLang="zh-CN"/>
              <a:t>adsp_proc&gt;/sensors/dd/qcom/src</a:t>
            </a:r>
            <a:r>
              <a:rPr lang="en-US" altLang="zh-CN" smtClean="0"/>
              <a:t>/</a:t>
            </a:r>
          </a:p>
          <a:p>
            <a:r>
              <a:rPr lang="zh-CN" altLang="en-US" smtClean="0"/>
              <a:t>如果是美格没有集成过的</a:t>
            </a:r>
            <a:r>
              <a:rPr lang="en-US" altLang="zh-CN" smtClean="0"/>
              <a:t>sensor</a:t>
            </a:r>
            <a:r>
              <a:rPr lang="zh-CN" altLang="en-US" smtClean="0"/>
              <a:t>，要让客户联系厂商获取驱动文件，最好把数据手册也要到，方便后续调试。</a:t>
            </a:r>
            <a:endParaRPr lang="en-US" altLang="zh-CN" smtClean="0"/>
          </a:p>
          <a:p>
            <a:r>
              <a:rPr lang="zh-CN" altLang="en-US" smtClean="0"/>
              <a:t>驱动文件由数个</a:t>
            </a:r>
            <a:r>
              <a:rPr lang="en-US" altLang="zh-CN" smtClean="0"/>
              <a:t>.c</a:t>
            </a:r>
            <a:r>
              <a:rPr lang="zh-CN" altLang="en-US" smtClean="0"/>
              <a:t>文件和</a:t>
            </a:r>
            <a:r>
              <a:rPr lang="en-US" altLang="zh-CN" smtClean="0"/>
              <a:t>.h</a:t>
            </a:r>
            <a:r>
              <a:rPr lang="zh-CN" altLang="en-US" smtClean="0"/>
              <a:t>文件（一般是</a:t>
            </a:r>
            <a:r>
              <a:rPr lang="en-US" altLang="zh-CN" smtClean="0"/>
              <a:t>1</a:t>
            </a:r>
            <a:r>
              <a:rPr lang="zh-CN" altLang="en-US" smtClean="0"/>
              <a:t>个）构成，有些厂商会把</a:t>
            </a:r>
            <a:r>
              <a:rPr lang="en-US" altLang="zh-CN" smtClean="0"/>
              <a:t>uuid</a:t>
            </a:r>
            <a:r>
              <a:rPr lang="zh-CN" altLang="en-US" smtClean="0"/>
              <a:t>配</a:t>
            </a:r>
            <a:r>
              <a:rPr lang="zh-CN" altLang="en-US" smtClean="0"/>
              <a:t>好，还会附上对应的</a:t>
            </a:r>
            <a:r>
              <a:rPr lang="en-US" altLang="zh-CN" smtClean="0"/>
              <a:t>conf</a:t>
            </a:r>
            <a:r>
              <a:rPr lang="zh-CN" altLang="en-US" smtClean="0"/>
              <a:t>文件配置，这时不用重新生成</a:t>
            </a:r>
            <a:r>
              <a:rPr lang="en-US" altLang="zh-CN" smtClean="0"/>
              <a:t>uuid</a:t>
            </a:r>
            <a:r>
              <a:rPr lang="zh-CN" altLang="en-US" smtClean="0"/>
              <a:t>，可以直接使用厂商提供的。但是要注意</a:t>
            </a:r>
            <a:r>
              <a:rPr lang="en-US" altLang="zh-CN" smtClean="0"/>
              <a:t>conf</a:t>
            </a:r>
            <a:r>
              <a:rPr lang="zh-CN" altLang="en-US" smtClean="0"/>
              <a:t>文件里的配置不一定是对应平台的，数据传输模式也会有差异，需要进一步确认。这一点在后面讲</a:t>
            </a:r>
            <a:r>
              <a:rPr lang="en-US" altLang="zh-CN" smtClean="0"/>
              <a:t>conf</a:t>
            </a:r>
            <a:r>
              <a:rPr lang="zh-CN" altLang="en-US" smtClean="0"/>
              <a:t>文件的时候会详细说明。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l="1615" r="19709"/>
          <a:stretch/>
        </p:blipFill>
        <p:spPr>
          <a:xfrm>
            <a:off x="552090" y="2530703"/>
            <a:ext cx="4623759" cy="733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/>
          <a:srcRect r="22170"/>
          <a:stretch/>
        </p:blipFill>
        <p:spPr>
          <a:xfrm>
            <a:off x="534838" y="3376270"/>
            <a:ext cx="4744528" cy="4476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8530" y="3090699"/>
            <a:ext cx="5905500" cy="295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431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&lt;adsp_proc&gt;/</a:t>
            </a:r>
            <a:r>
              <a:rPr lang="en-US" altLang="zh-CN" smtClean="0"/>
              <a:t>sensors/dd/qcom/inc/sns_dd.h</a:t>
            </a:r>
          </a:p>
          <a:p>
            <a:r>
              <a:rPr lang="zh-CN" altLang="en-US" smtClean="0"/>
              <a:t>作用：</a:t>
            </a:r>
            <a:r>
              <a:rPr lang="zh-CN" altLang="zh-CN"/>
              <a:t>声明一个</a:t>
            </a:r>
            <a:r>
              <a:rPr lang="en-US" altLang="zh-CN"/>
              <a:t>Sensor</a:t>
            </a:r>
            <a:r>
              <a:rPr lang="zh-CN" altLang="zh-CN"/>
              <a:t>驱动程序的</a:t>
            </a:r>
            <a:r>
              <a:rPr lang="zh-CN" altLang="zh-CN" smtClean="0"/>
              <a:t>入口</a:t>
            </a:r>
            <a:endParaRPr lang="en-US" altLang="zh-CN" smtClean="0"/>
          </a:p>
          <a:p>
            <a:r>
              <a:rPr lang="zh-CN" altLang="en-US" smtClean="0"/>
              <a:t>在</a:t>
            </a:r>
            <a:r>
              <a:rPr lang="en-US" altLang="zh-CN" smtClean="0"/>
              <a:t>sensor</a:t>
            </a:r>
            <a:r>
              <a:rPr lang="zh-CN" altLang="en-US" smtClean="0"/>
              <a:t>驱动文件的</a:t>
            </a:r>
            <a:r>
              <a:rPr lang="en-US" altLang="zh-CN" smtClean="0"/>
              <a:t>.h</a:t>
            </a:r>
            <a:r>
              <a:rPr lang="zh-CN" altLang="en-US" smtClean="0"/>
              <a:t>文件中搜索</a:t>
            </a:r>
            <a:r>
              <a:rPr lang="en-US" altLang="zh-CN" smtClean="0"/>
              <a:t>sns_ddf_driver_if_s</a:t>
            </a:r>
          </a:p>
          <a:p>
            <a:r>
              <a:rPr lang="zh-CN" altLang="en-US"/>
              <a:t>即</a:t>
            </a:r>
            <a:r>
              <a:rPr lang="zh-CN" altLang="en-US" smtClean="0"/>
              <a:t>可找到。</a:t>
            </a:r>
            <a:endParaRPr lang="en-US" altLang="zh-CN" smtClean="0"/>
          </a:p>
          <a:p>
            <a:r>
              <a:rPr lang="zh-CN" altLang="en-US" smtClean="0"/>
              <a:t>这是一个结构体，包含了</a:t>
            </a:r>
            <a:r>
              <a:rPr lang="en-US" altLang="zh-CN" smtClean="0"/>
              <a:t>sensor</a:t>
            </a:r>
            <a:r>
              <a:rPr lang="zh-CN" altLang="en-US" smtClean="0"/>
              <a:t>的</a:t>
            </a:r>
            <a:r>
              <a:rPr lang="en-US" altLang="zh-CN" smtClean="0"/>
              <a:t>probe</a:t>
            </a:r>
            <a:r>
              <a:rPr lang="zh-CN" altLang="en-US" smtClean="0"/>
              <a:t>、</a:t>
            </a:r>
            <a:r>
              <a:rPr lang="en-US" altLang="zh-CN" smtClean="0"/>
              <a:t>init</a:t>
            </a:r>
            <a:r>
              <a:rPr lang="zh-CN" altLang="en-US" smtClean="0"/>
              <a:t>、获取数</a:t>
            </a:r>
            <a:endParaRPr lang="en-US" altLang="zh-CN" smtClean="0"/>
          </a:p>
          <a:p>
            <a:r>
              <a:rPr lang="zh-CN" altLang="en-US" smtClean="0"/>
              <a:t>据、申请中断等行为，一般在</a:t>
            </a:r>
            <a:r>
              <a:rPr lang="en-US" altLang="zh-CN" smtClean="0"/>
              <a:t>sensor_name.c</a:t>
            </a:r>
            <a:r>
              <a:rPr lang="zh-CN" altLang="en-US" smtClean="0"/>
              <a:t>里定义，</a:t>
            </a:r>
            <a:endParaRPr lang="en-US" altLang="zh-CN" smtClean="0"/>
          </a:p>
          <a:p>
            <a:r>
              <a:rPr lang="zh-CN" altLang="en-US" smtClean="0"/>
              <a:t>有</a:t>
            </a:r>
            <a:r>
              <a:rPr lang="en-US" altLang="zh-CN" smtClean="0"/>
              <a:t>uimg.c</a:t>
            </a:r>
            <a:r>
              <a:rPr lang="zh-CN" altLang="en-US" smtClean="0"/>
              <a:t>的话会在</a:t>
            </a:r>
            <a:r>
              <a:rPr lang="en-US" altLang="zh-CN" smtClean="0"/>
              <a:t>uimg.c</a:t>
            </a:r>
            <a:r>
              <a:rPr lang="zh-CN" altLang="en-US" smtClean="0"/>
              <a:t>里定义。</a:t>
            </a:r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#</a:t>
            </a:r>
            <a:r>
              <a:rPr lang="zh-CN" altLang="en-US" smtClean="0">
                <a:solidFill>
                  <a:srgbClr val="FF0000"/>
                </a:solidFill>
              </a:rPr>
              <a:t>注</a:t>
            </a:r>
            <a:r>
              <a:rPr lang="zh-CN" altLang="en-US" smtClean="0"/>
              <a:t>：有些驱动会使用高通默认的</a:t>
            </a:r>
            <a:r>
              <a:rPr lang="en-US" altLang="zh-CN" smtClean="0"/>
              <a:t>sensor</a:t>
            </a:r>
            <a:r>
              <a:rPr lang="zh-CN" altLang="en-US" smtClean="0"/>
              <a:t>接口，需</a:t>
            </a:r>
            <a:endParaRPr lang="en-US" altLang="zh-CN" smtClean="0"/>
          </a:p>
          <a:p>
            <a:r>
              <a:rPr lang="zh-CN" altLang="en-US" smtClean="0"/>
              <a:t>要在</a:t>
            </a:r>
            <a:r>
              <a:rPr lang="en-US" altLang="zh-CN" smtClean="0"/>
              <a:t>bring up</a:t>
            </a:r>
            <a:r>
              <a:rPr lang="zh-CN" altLang="en-US" smtClean="0"/>
              <a:t>的时候注意，通常会导致编译的时候</a:t>
            </a:r>
            <a:endParaRPr lang="en-US" altLang="zh-CN" smtClean="0"/>
          </a:p>
          <a:p>
            <a:r>
              <a:rPr lang="zh-CN" altLang="en-US" smtClean="0"/>
              <a:t>报未定义的错误。</a:t>
            </a:r>
            <a:endParaRPr lang="en-US" altLang="zh-CN" smtClean="0"/>
          </a:p>
          <a:p>
            <a:r>
              <a:rPr lang="zh-CN" altLang="en-US" smtClean="0"/>
              <a:t>这里以</a:t>
            </a:r>
            <a:r>
              <a:rPr lang="en-US" altLang="zh-CN" smtClean="0"/>
              <a:t>l3gd20h</a:t>
            </a:r>
            <a:r>
              <a:rPr lang="zh-CN" altLang="en-US" smtClean="0"/>
              <a:t>为例，它把</a:t>
            </a:r>
            <a:r>
              <a:rPr lang="en-US" altLang="zh-CN"/>
              <a:t>sns_dd_gyro_l3gd20h_if</a:t>
            </a:r>
          </a:p>
          <a:p>
            <a:r>
              <a:rPr lang="zh-CN" altLang="en-US" smtClean="0"/>
              <a:t>定义为</a:t>
            </a:r>
            <a:r>
              <a:rPr lang="en-US" altLang="zh-CN" smtClean="0"/>
              <a:t>sns_dd_vendor_if_1</a:t>
            </a:r>
            <a:r>
              <a:rPr lang="zh-CN" altLang="en-US" smtClean="0"/>
              <a:t>，导致编译时找不到结构</a:t>
            </a:r>
            <a:endParaRPr lang="en-US" altLang="zh-CN" smtClean="0"/>
          </a:p>
          <a:p>
            <a:r>
              <a:rPr lang="zh-CN" altLang="en-US" smtClean="0"/>
              <a:t>体的定义和声明，会报一个未定义的错误。把</a:t>
            </a:r>
            <a:r>
              <a:rPr lang="en-US" altLang="zh-CN" smtClean="0">
                <a:solidFill>
                  <a:srgbClr val="FF0000"/>
                </a:solidFill>
              </a:rPr>
              <a:t>SNS_LOG_CONVERTED_SENSOR_DATA</a:t>
            </a:r>
            <a:r>
              <a:rPr lang="zh-CN" altLang="en-US" smtClean="0"/>
              <a:t>定义为</a:t>
            </a:r>
            <a:r>
              <a:rPr lang="en-US" altLang="zh-CN" smtClean="0">
                <a:solidFill>
                  <a:srgbClr val="FF0000"/>
                </a:solidFill>
              </a:rPr>
              <a:t>SNS_LOG_CONVERTED_SENSOR_DATA</a:t>
            </a:r>
            <a:r>
              <a:rPr lang="en-US" altLang="zh-CN" smtClean="0"/>
              <a:t>_PUBLIC</a:t>
            </a:r>
            <a:r>
              <a:rPr lang="zh-CN" altLang="en-US" smtClean="0"/>
              <a:t>也是常见报错之一。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0634" y="854011"/>
            <a:ext cx="5819775" cy="13906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3"/>
          <a:srcRect r="8696"/>
          <a:stretch/>
        </p:blipFill>
        <p:spPr>
          <a:xfrm>
            <a:off x="5943239" y="2532493"/>
            <a:ext cx="6070300" cy="15525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079" y="4746695"/>
            <a:ext cx="7981950" cy="140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41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&lt;adsp_proc&gt;\</a:t>
            </a:r>
            <a:r>
              <a:rPr lang="en-US" altLang="zh-CN" smtClean="0"/>
              <a:t>sensors\dd\qcom\build\dd_qcom.scons</a:t>
            </a:r>
          </a:p>
          <a:p>
            <a:r>
              <a:rPr lang="zh-CN" altLang="en-US" smtClean="0"/>
              <a:t>作用：添加编译文件路径</a:t>
            </a:r>
            <a:endParaRPr lang="en-US" altLang="zh-CN" smtClean="0"/>
          </a:p>
          <a:p>
            <a:endParaRPr lang="en-US" altLang="zh-CN" smtClean="0"/>
          </a:p>
          <a:p>
            <a:r>
              <a:rPr lang="en-US" altLang="zh-CN" sz="1600"/>
              <a:t>193 if env.has_key('SNS_QDSP_SIM'):</a:t>
            </a:r>
          </a:p>
          <a:p>
            <a:r>
              <a:rPr lang="en-US" altLang="zh-CN" sz="1600"/>
              <a:t>194    DD_SOURCES = [</a:t>
            </a:r>
          </a:p>
          <a:p>
            <a:r>
              <a:rPr lang="en-US" altLang="zh-CN" sz="1600"/>
              <a:t>195       "${BUILDPATH}/sns_dd_qdsp_playback.c",</a:t>
            </a:r>
          </a:p>
          <a:p>
            <a:r>
              <a:rPr lang="en-US" altLang="zh-CN" sz="1600"/>
              <a:t>196    ]</a:t>
            </a:r>
          </a:p>
          <a:p>
            <a:r>
              <a:rPr lang="en-US" altLang="zh-CN" sz="1600"/>
              <a:t>197 else:</a:t>
            </a:r>
          </a:p>
          <a:p>
            <a:r>
              <a:rPr lang="en-US" altLang="zh-CN" sz="1600"/>
              <a:t>198    DD_SOURCES = [</a:t>
            </a:r>
          </a:p>
          <a:p>
            <a:r>
              <a:rPr lang="en-US" altLang="zh-CN" sz="1600"/>
              <a:t>199      "${BUILDPATH}/sns_dd_daf_playback_accel.c",</a:t>
            </a:r>
          </a:p>
          <a:p>
            <a:r>
              <a:rPr lang="en-US" altLang="zh-CN" sz="1600"/>
              <a:t>200      "${BUILDPATH}/sns_dd_mpu6050.c",</a:t>
            </a:r>
          </a:p>
          <a:p>
            <a:r>
              <a:rPr lang="en-US" altLang="zh-CN" sz="1600" smtClean="0"/>
              <a:t>201      "${</a:t>
            </a:r>
            <a:r>
              <a:rPr lang="en-US" altLang="zh-CN" sz="1600"/>
              <a:t>BUILDPATH}/sns_dd_mpu6050_ext.c</a:t>
            </a:r>
            <a:r>
              <a:rPr lang="en-US" altLang="zh-CN" sz="1600" smtClean="0"/>
              <a:t>",</a:t>
            </a:r>
          </a:p>
          <a:p>
            <a:r>
              <a:rPr lang="en-US" altLang="zh-CN" sz="1600" smtClean="0"/>
              <a:t>……</a:t>
            </a:r>
          </a:p>
          <a:p>
            <a:r>
              <a:rPr lang="en-US" altLang="zh-CN" sz="1600" smtClean="0"/>
              <a:t>317      "${</a:t>
            </a:r>
            <a:r>
              <a:rPr lang="en-US" altLang="zh-CN" sz="1600"/>
              <a:t>BUILDPATH}/sns_dd_bme280.c",</a:t>
            </a:r>
          </a:p>
          <a:p>
            <a:r>
              <a:rPr lang="en-US" altLang="zh-CN" sz="1600"/>
              <a:t>318      "${BUILDPATH}/sns_dd_bme280_uimg.c",</a:t>
            </a:r>
          </a:p>
          <a:p>
            <a:r>
              <a:rPr lang="en-US" altLang="zh-CN" sz="1600"/>
              <a:t>319      </a:t>
            </a:r>
            <a:r>
              <a:rPr lang="en-US" altLang="zh-CN" sz="1600" smtClean="0">
                <a:solidFill>
                  <a:srgbClr val="FF0000"/>
                </a:solidFill>
              </a:rPr>
              <a:t>"${BUILDPATH</a:t>
            </a:r>
            <a:r>
              <a:rPr lang="en-US" altLang="zh-CN" sz="1600">
                <a:solidFill>
                  <a:srgbClr val="FF0000"/>
                </a:solidFill>
              </a:rPr>
              <a:t>}/sns_dd_cm32181.c",</a:t>
            </a:r>
          </a:p>
          <a:p>
            <a:r>
              <a:rPr lang="en-US" altLang="zh-CN" sz="1600" smtClean="0"/>
              <a:t>320      </a:t>
            </a:r>
            <a:r>
              <a:rPr lang="en-US" altLang="zh-CN" sz="1600" smtClean="0">
                <a:solidFill>
                  <a:srgbClr val="FF0000"/>
                </a:solidFill>
              </a:rPr>
              <a:t>"${BUILDPATH}/sns_dd_cm32181_uimg.c",</a:t>
            </a:r>
            <a:endParaRPr lang="en-US" altLang="zh-CN" sz="1600">
              <a:solidFill>
                <a:srgbClr val="FF0000"/>
              </a:solidFill>
            </a:endParaRPr>
          </a:p>
          <a:p>
            <a:r>
              <a:rPr lang="en-US" altLang="zh-CN" sz="1600" smtClean="0"/>
              <a:t>321    ]</a:t>
            </a:r>
          </a:p>
          <a:p>
            <a:r>
              <a:rPr lang="zh-CN" altLang="en-US" sz="1600" smtClean="0"/>
              <a:t>把驱动文件中的所有</a:t>
            </a:r>
            <a:r>
              <a:rPr lang="en-US" altLang="zh-CN" sz="1600" smtClean="0"/>
              <a:t>.c</a:t>
            </a:r>
            <a:r>
              <a:rPr lang="zh-CN" altLang="en-US" sz="1600" smtClean="0"/>
              <a:t>文件写到这里</a:t>
            </a:r>
            <a:endParaRPr lang="en-US" altLang="zh-CN" sz="1600"/>
          </a:p>
        </p:txBody>
      </p:sp>
    </p:spTree>
    <p:extLst>
      <p:ext uri="{BB962C8B-B14F-4D97-AF65-F5344CB8AC3E}">
        <p14:creationId xmlns:p14="http://schemas.microsoft.com/office/powerpoint/2010/main" val="35156245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&lt;adsp_proc&gt;\</a:t>
            </a:r>
            <a:r>
              <a:rPr lang="en-US" altLang="zh-CN" smtClean="0"/>
              <a:t>sensors\build\Sensors.scons</a:t>
            </a:r>
          </a:p>
          <a:p>
            <a:r>
              <a:rPr lang="zh-CN" altLang="en-US" smtClean="0"/>
              <a:t>作用：</a:t>
            </a:r>
            <a:r>
              <a:rPr lang="zh-CN" altLang="zh-CN" smtClean="0"/>
              <a:t>添加</a:t>
            </a:r>
            <a:r>
              <a:rPr lang="zh-CN" altLang="zh-CN"/>
              <a:t>编译选项</a:t>
            </a:r>
            <a:r>
              <a:rPr lang="zh-CN" altLang="zh-CN" smtClean="0"/>
              <a:t>配置</a:t>
            </a:r>
            <a:endParaRPr lang="en-US" altLang="zh-CN" smtClean="0"/>
          </a:p>
          <a:p>
            <a:r>
              <a:rPr lang="zh-CN" altLang="en-US" smtClean="0"/>
              <a:t>这个宏会决定</a:t>
            </a:r>
            <a:r>
              <a:rPr lang="en-US" altLang="zh-CN" smtClean="0"/>
              <a:t>sensor</a:t>
            </a:r>
            <a:r>
              <a:rPr lang="zh-CN" altLang="en-US" smtClean="0"/>
              <a:t>要不要加入编译</a:t>
            </a:r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#</a:t>
            </a:r>
            <a:r>
              <a:rPr lang="zh-CN" altLang="en-US" smtClean="0">
                <a:solidFill>
                  <a:srgbClr val="FF0000"/>
                </a:solidFill>
              </a:rPr>
              <a:t>注</a:t>
            </a:r>
            <a:r>
              <a:rPr lang="zh-CN" altLang="en-US" smtClean="0"/>
              <a:t>：该宏为自拟，格式要以</a:t>
            </a:r>
            <a:r>
              <a:rPr lang="en-US" altLang="zh-CN" smtClean="0"/>
              <a:t>CONFIG_SUPPORT_</a:t>
            </a:r>
            <a:r>
              <a:rPr lang="zh-CN" altLang="en-US" smtClean="0"/>
              <a:t>开头，</a:t>
            </a:r>
            <a:r>
              <a:rPr lang="en-US" altLang="zh-CN" smtClean="0"/>
              <a:t>sensor</a:t>
            </a:r>
            <a:r>
              <a:rPr lang="zh-CN" altLang="en-US" smtClean="0"/>
              <a:t>名字结尾（全大写）。</a:t>
            </a:r>
            <a:endParaRPr lang="en-US" altLang="zh-CN" smtClean="0"/>
          </a:p>
          <a:p>
            <a:r>
              <a:rPr lang="zh-CN" altLang="en-US"/>
              <a:t>要</a:t>
            </a:r>
            <a:r>
              <a:rPr lang="zh-CN" altLang="en-US" smtClean="0"/>
              <a:t>与后边在</a:t>
            </a:r>
            <a:r>
              <a:rPr lang="en-US" altLang="zh-CN" smtClean="0"/>
              <a:t>sns_smgr_reg.c</a:t>
            </a:r>
            <a:r>
              <a:rPr lang="zh-CN" altLang="en-US" smtClean="0"/>
              <a:t>中使用的时候保持一致。</a:t>
            </a:r>
            <a:endParaRPr lang="en-US" altLang="zh-CN" smtClean="0"/>
          </a:p>
          <a:p>
            <a:endParaRPr lang="en-US" altLang="zh-CN"/>
          </a:p>
          <a:p>
            <a:r>
              <a:rPr lang="en-US" altLang="zh-CN" sz="1600"/>
              <a:t>381     env.Append(CPPDEFINES = ["CONFIG_SUPPORT_MC3410"])</a:t>
            </a:r>
          </a:p>
          <a:p>
            <a:r>
              <a:rPr lang="en-US" altLang="zh-CN" sz="1600"/>
              <a:t>382     env.Append(CPPDEFINES = ["CONFIG_SUPPORT_AKM09911"])</a:t>
            </a:r>
          </a:p>
          <a:p>
            <a:r>
              <a:rPr lang="en-US" altLang="zh-CN" sz="1600"/>
              <a:t>383     env.Append(CPPDEFINES = ["CONFIG_SUPPORT_BU52061NVX"])</a:t>
            </a:r>
          </a:p>
          <a:p>
            <a:r>
              <a:rPr lang="en-US" altLang="zh-CN" sz="1600"/>
              <a:t>384     env.Append(CPPDEFINES = ["CONFIG_SUPPORT_LPS25H"])</a:t>
            </a:r>
          </a:p>
          <a:p>
            <a:r>
              <a:rPr lang="en-US" altLang="zh-CN" sz="1600"/>
              <a:t>385     env.Append(CPPDEFINES = ["CONFIG_SUPPORT_HSPPAD038A"])</a:t>
            </a:r>
          </a:p>
          <a:p>
            <a:r>
              <a:rPr lang="en-US" altLang="zh-CN" sz="1600"/>
              <a:t>386     env.Append(CPPDEFINES = ["CONFIG_SUPPORT_ISL29033"])</a:t>
            </a:r>
          </a:p>
          <a:p>
            <a:r>
              <a:rPr lang="en-US" altLang="zh-CN" sz="1600"/>
              <a:t>387     env.Append(CPPDEFINES = ["CONFIG_SUPPORT_ZPA2326"])</a:t>
            </a:r>
          </a:p>
          <a:p>
            <a:r>
              <a:rPr lang="en-US" altLang="zh-CN" sz="1600"/>
              <a:t>388     env.Append(CPPDEFINES = ["CONFIG_SUPPORT_BMI160"])</a:t>
            </a:r>
          </a:p>
          <a:p>
            <a:r>
              <a:rPr lang="en-US" altLang="zh-CN" sz="1600"/>
              <a:t>389     env.Append(CPPDEFINES = ["CONFIG_SUPPORT_AKM099xx_FIFO"])</a:t>
            </a:r>
          </a:p>
          <a:p>
            <a:r>
              <a:rPr lang="en-US" altLang="zh-CN" sz="1600" smtClean="0"/>
              <a:t>390     </a:t>
            </a:r>
            <a:r>
              <a:rPr lang="en-US" altLang="zh-CN" sz="1600" smtClean="0">
                <a:solidFill>
                  <a:srgbClr val="FF0000"/>
                </a:solidFill>
              </a:rPr>
              <a:t>env.Append(CPPDEFINES </a:t>
            </a:r>
            <a:r>
              <a:rPr lang="en-US" altLang="zh-CN" sz="1600">
                <a:solidFill>
                  <a:srgbClr val="FF0000"/>
                </a:solidFill>
              </a:rPr>
              <a:t>= ["CONFIG_SUPPORT_CM32181</a:t>
            </a:r>
            <a:r>
              <a:rPr lang="en-US" altLang="zh-CN" sz="1600" smtClean="0">
                <a:solidFill>
                  <a:srgbClr val="FF0000"/>
                </a:solidFill>
              </a:rPr>
              <a:t>"])</a:t>
            </a:r>
          </a:p>
          <a:p>
            <a:r>
              <a:rPr lang="en-US" altLang="zh-CN" sz="1600"/>
              <a:t>391     # Specific hardware configurations</a:t>
            </a:r>
          </a:p>
        </p:txBody>
      </p:sp>
    </p:spTree>
    <p:extLst>
      <p:ext uri="{BB962C8B-B14F-4D97-AF65-F5344CB8AC3E}">
        <p14:creationId xmlns:p14="http://schemas.microsoft.com/office/powerpoint/2010/main" val="1009972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&lt;adsp_proc&gt;/</a:t>
            </a:r>
            <a:r>
              <a:rPr lang="en-US" altLang="zh-CN" smtClean="0"/>
              <a:t>Sensors/common/inc/sns_reg_common.h</a:t>
            </a:r>
          </a:p>
          <a:p>
            <a:r>
              <a:rPr lang="zh-CN" altLang="en-US" smtClean="0"/>
              <a:t>作用：定义器件的</a:t>
            </a:r>
            <a:r>
              <a:rPr lang="en-US" altLang="zh-CN" smtClean="0"/>
              <a:t>UUID</a:t>
            </a:r>
          </a:p>
          <a:p>
            <a:r>
              <a:rPr lang="en-US" altLang="zh-CN" smtClean="0"/>
              <a:t>UUID</a:t>
            </a:r>
            <a:r>
              <a:rPr lang="zh-CN" altLang="en-US" smtClean="0"/>
              <a:t>相当于器件的身份证号，是唯一识别码，不能与其它器件相同。如果是新物料集成，则需要生成新的</a:t>
            </a:r>
            <a:r>
              <a:rPr lang="en-US" altLang="zh-CN" smtClean="0"/>
              <a:t>ID</a:t>
            </a:r>
            <a:r>
              <a:rPr lang="zh-CN" altLang="en-US" smtClean="0"/>
              <a:t>给</a:t>
            </a:r>
            <a:r>
              <a:rPr lang="en-US" altLang="zh-CN" smtClean="0"/>
              <a:t>sensor</a:t>
            </a:r>
            <a:r>
              <a:rPr lang="zh-CN" altLang="en-US" smtClean="0"/>
              <a:t>使用，如果此前已定义过则不需要。</a:t>
            </a:r>
            <a:endParaRPr lang="en-US" altLang="zh-CN" smtClean="0"/>
          </a:p>
          <a:p>
            <a:r>
              <a:rPr lang="zh-CN" altLang="en-US" smtClean="0"/>
              <a:t>通常使用</a:t>
            </a:r>
            <a:r>
              <a:rPr lang="en-US" altLang="zh-CN" smtClean="0"/>
              <a:t>linux</a:t>
            </a:r>
            <a:r>
              <a:rPr lang="zh-CN" altLang="en-US"/>
              <a:t>自</a:t>
            </a:r>
            <a:r>
              <a:rPr lang="zh-CN" altLang="en-US" smtClean="0"/>
              <a:t>带的工具生成：</a:t>
            </a:r>
            <a:r>
              <a:rPr lang="en-US" altLang="zh-CN" smtClean="0"/>
              <a:t>cat </a:t>
            </a:r>
            <a:r>
              <a:rPr lang="en-US" altLang="zh-CN"/>
              <a:t>/</a:t>
            </a:r>
            <a:r>
              <a:rPr lang="en-US" altLang="zh-CN" smtClean="0"/>
              <a:t>proc/sys/kernel/random/uuid</a:t>
            </a:r>
          </a:p>
          <a:p>
            <a:endParaRPr lang="en-US" altLang="zh-CN"/>
          </a:p>
          <a:p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#</a:t>
            </a:r>
            <a:r>
              <a:rPr lang="zh-CN" altLang="en-US" smtClean="0">
                <a:solidFill>
                  <a:srgbClr val="FF0000"/>
                </a:solidFill>
              </a:rPr>
              <a:t>注：</a:t>
            </a:r>
            <a:r>
              <a:rPr lang="zh-CN" altLang="en-US" smtClean="0"/>
              <a:t>宏定义的格式形如</a:t>
            </a:r>
            <a:r>
              <a:rPr lang="en-US" altLang="zh-CN" smtClean="0"/>
              <a:t>SNS_REG_UUID_XXX</a:t>
            </a:r>
            <a:r>
              <a:rPr lang="zh-CN" altLang="en-US" smtClean="0"/>
              <a:t>，</a:t>
            </a:r>
            <a:r>
              <a:rPr lang="en-US" altLang="zh-CN" smtClean="0"/>
              <a:t>XXX</a:t>
            </a:r>
            <a:r>
              <a:rPr lang="zh-CN" altLang="en-US" smtClean="0"/>
              <a:t>的部分为物料名称，自拟。注意要与</a:t>
            </a:r>
            <a:r>
              <a:rPr lang="zh-CN" altLang="en-US"/>
              <a:t>后边在</a:t>
            </a:r>
            <a:r>
              <a:rPr lang="en-US" altLang="zh-CN"/>
              <a:t>sns_smgr_reg.c</a:t>
            </a:r>
            <a:r>
              <a:rPr lang="zh-CN" altLang="en-US"/>
              <a:t>中使用的时候保持</a:t>
            </a:r>
            <a:r>
              <a:rPr lang="zh-CN" altLang="en-US" smtClean="0"/>
              <a:t>一致。</a:t>
            </a:r>
            <a:endParaRPr lang="en-US" altLang="zh-CN" smtClean="0"/>
          </a:p>
          <a:p>
            <a:r>
              <a:rPr lang="en-US" altLang="zh-CN" smtClean="0"/>
              <a:t>UUID</a:t>
            </a:r>
            <a:r>
              <a:rPr lang="zh-CN" altLang="en-US" smtClean="0"/>
              <a:t>一个数字是</a:t>
            </a:r>
            <a:r>
              <a:rPr lang="en-US" altLang="zh-CN"/>
              <a:t>4</a:t>
            </a:r>
            <a:r>
              <a:rPr lang="zh-CN" altLang="en-US" smtClean="0"/>
              <a:t>位，以</a:t>
            </a:r>
            <a:r>
              <a:rPr lang="en-US" altLang="zh-CN" smtClean="0"/>
              <a:t>8</a:t>
            </a:r>
            <a:r>
              <a:rPr lang="zh-CN" altLang="en-US" smtClean="0"/>
              <a:t>位为一组，依次写到括号里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en-US" altLang="zh-CN"/>
              <a:t>AP</a:t>
            </a:r>
            <a:r>
              <a:rPr lang="zh-CN" altLang="en-US"/>
              <a:t>侧也需要对这个</a:t>
            </a:r>
            <a:r>
              <a:rPr lang="en-US" altLang="zh-CN"/>
              <a:t>sensor</a:t>
            </a:r>
            <a:r>
              <a:rPr lang="zh-CN" altLang="en-US"/>
              <a:t>的</a:t>
            </a:r>
            <a:r>
              <a:rPr lang="en-US" altLang="zh-CN"/>
              <a:t>UUID</a:t>
            </a:r>
            <a:r>
              <a:rPr lang="zh-CN" altLang="en-US"/>
              <a:t>进行定义：</a:t>
            </a:r>
            <a:endParaRPr lang="en-US" altLang="zh-CN"/>
          </a:p>
          <a:p>
            <a:r>
              <a:rPr lang="en-US" altLang="zh-CN"/>
              <a:t>vendor/qcom/proprietary/sensors/dsps/sensordaemon/common/inc/sns_reg_common.h</a:t>
            </a:r>
          </a:p>
          <a:p>
            <a:r>
              <a:rPr lang="zh-CN" altLang="en-US"/>
              <a:t>与</a:t>
            </a:r>
            <a:r>
              <a:rPr lang="en-US" altLang="zh-CN"/>
              <a:t>BP</a:t>
            </a:r>
            <a:r>
              <a:rPr lang="zh-CN" altLang="en-US"/>
              <a:t>侧的写法完全</a:t>
            </a:r>
            <a:r>
              <a:rPr lang="zh-CN" altLang="en-US" smtClean="0"/>
              <a:t>一致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/>
          <a:srcRect t="15705" r="2370" b="19144"/>
          <a:stretch/>
        </p:blipFill>
        <p:spPr>
          <a:xfrm>
            <a:off x="552091" y="3664577"/>
            <a:ext cx="7988061" cy="140248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091" y="2223537"/>
            <a:ext cx="900112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43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&lt;adsp_proc&gt;\Sensors\smgr\src\sns_smgr_reg.c</a:t>
            </a:r>
          </a:p>
          <a:p>
            <a:r>
              <a:rPr lang="zh-CN" altLang="en-US" smtClean="0"/>
              <a:t>作用：</a:t>
            </a:r>
            <a:r>
              <a:rPr lang="zh-CN" altLang="zh-CN"/>
              <a:t>更新传感器管理器</a:t>
            </a:r>
            <a:r>
              <a:rPr lang="en-US" altLang="zh-CN"/>
              <a:t>(SMGR)</a:t>
            </a:r>
            <a:r>
              <a:rPr lang="zh-CN" altLang="zh-CN"/>
              <a:t>函数指针映射，以便</a:t>
            </a:r>
            <a:r>
              <a:rPr lang="en-US" altLang="zh-CN"/>
              <a:t>SMGR</a:t>
            </a:r>
            <a:r>
              <a:rPr lang="zh-CN" altLang="zh-CN"/>
              <a:t>可以将新的</a:t>
            </a:r>
            <a:r>
              <a:rPr lang="en-US" altLang="zh-CN"/>
              <a:t>UUID</a:t>
            </a:r>
            <a:r>
              <a:rPr lang="zh-CN" altLang="zh-CN"/>
              <a:t>与新的</a:t>
            </a:r>
            <a:r>
              <a:rPr lang="en-US" altLang="zh-CN"/>
              <a:t>DD</a:t>
            </a:r>
            <a:r>
              <a:rPr lang="zh-CN" altLang="zh-CN"/>
              <a:t>函数指针相关联</a:t>
            </a:r>
            <a:r>
              <a:rPr lang="zh-CN" altLang="zh-CN" smtClean="0"/>
              <a:t>。</a:t>
            </a:r>
            <a:endParaRPr lang="en-US" altLang="zh-CN" smtClean="0"/>
          </a:p>
          <a:p>
            <a:r>
              <a:rPr lang="zh-CN" altLang="en-US" smtClean="0"/>
              <a:t>简单的说就是把你生成的</a:t>
            </a:r>
            <a:r>
              <a:rPr lang="en-US" altLang="zh-CN" smtClean="0"/>
              <a:t>UUID</a:t>
            </a:r>
            <a:r>
              <a:rPr lang="zh-CN" altLang="en-US" smtClean="0"/>
              <a:t>和驱动代码（器件）进行绑定，产生对应关系，进而识别器件。</a:t>
            </a:r>
            <a:endParaRPr lang="en-US" altLang="zh-CN" smtClean="0"/>
          </a:p>
          <a:p>
            <a:r>
              <a:rPr lang="zh-CN" altLang="en-US"/>
              <a:t>图</a:t>
            </a:r>
            <a:r>
              <a:rPr lang="zh-CN" altLang="en-US" smtClean="0"/>
              <a:t>里面这</a:t>
            </a:r>
            <a:r>
              <a:rPr lang="en-US" altLang="zh-CN" smtClean="0"/>
              <a:t>3</a:t>
            </a:r>
            <a:r>
              <a:rPr lang="zh-CN" altLang="en-US" smtClean="0"/>
              <a:t>处地方都是刚刚在前面定义的，要保持一致</a:t>
            </a:r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/>
          </a:p>
          <a:p>
            <a:r>
              <a:rPr lang="zh-CN" altLang="en-US" smtClean="0"/>
              <a:t>完成以上这些后，剩下的就是配置</a:t>
            </a:r>
            <a:r>
              <a:rPr lang="en-US" altLang="zh-CN" smtClean="0"/>
              <a:t>conf</a:t>
            </a:r>
            <a:r>
              <a:rPr lang="zh-CN" altLang="en-US" smtClean="0"/>
              <a:t>文件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716" y="1954966"/>
            <a:ext cx="7342857" cy="1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6956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conf</a:t>
              </a:r>
              <a:r>
                <a:rPr lang="zh-CN" altLang="en-US" sz="66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文件配置</a:t>
              </a:r>
              <a:endParaRPr lang="en-US" altLang="zh-CN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34849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1. conf</a:t>
            </a:r>
            <a:r>
              <a:rPr lang="zh-CN" altLang="en-US" smtClean="0"/>
              <a:t>配置文件简介</a:t>
            </a:r>
            <a:endParaRPr lang="en-US" altLang="zh-CN" smtClean="0"/>
          </a:p>
          <a:p>
            <a:r>
              <a:rPr lang="zh-CN" altLang="en-US" smtClean="0"/>
              <a:t>        配置文件位于</a:t>
            </a:r>
            <a:r>
              <a:rPr lang="en-US" altLang="zh-CN" smtClean="0"/>
              <a:t>AP</a:t>
            </a:r>
            <a:r>
              <a:rPr lang="zh-CN" altLang="en-US" smtClean="0"/>
              <a:t>侧代码的</a:t>
            </a:r>
            <a:r>
              <a:rPr lang="en-US" altLang="zh-CN" smtClean="0"/>
              <a:t>/vendor/qcom/proprietary/sensors/dsps/reg_defaults/sensor_def_qcomdev.conf</a:t>
            </a:r>
            <a:r>
              <a:rPr lang="zh-CN" altLang="en-US" smtClean="0"/>
              <a:t>路径下，负责对传感器的</a:t>
            </a:r>
            <a:r>
              <a:rPr lang="en-US" altLang="zh-CN" smtClean="0"/>
              <a:t>i2c</a:t>
            </a:r>
            <a:r>
              <a:rPr lang="zh-CN" altLang="en-US" smtClean="0"/>
              <a:t>、中断引脚、数据上报模式和类型等进行配置。</a:t>
            </a:r>
            <a:r>
              <a:rPr lang="en-US" altLang="zh-CN" smtClean="0"/>
              <a:t>conf</a:t>
            </a:r>
            <a:r>
              <a:rPr lang="zh-CN" altLang="en-US" smtClean="0"/>
              <a:t>文件用</a:t>
            </a:r>
            <a:r>
              <a:rPr lang="en-US" altLang="zh-CN" smtClean="0"/>
              <a:t>UUID</a:t>
            </a:r>
            <a:r>
              <a:rPr lang="zh-CN" altLang="en-US" smtClean="0"/>
              <a:t>进行匹配，与器件驱动文件联系起来，初始化时会先匹配</a:t>
            </a:r>
            <a:r>
              <a:rPr lang="en-US" altLang="zh-CN" smtClean="0"/>
              <a:t>UUID</a:t>
            </a:r>
            <a:r>
              <a:rPr lang="zh-CN" altLang="en-US" smtClean="0"/>
              <a:t>，匹配上了才会走对应的</a:t>
            </a:r>
            <a:r>
              <a:rPr lang="en-US" altLang="zh-CN" smtClean="0"/>
              <a:t>init</a:t>
            </a:r>
            <a:r>
              <a:rPr lang="zh-CN" altLang="en-US" smtClean="0"/>
              <a:t>函数。</a:t>
            </a:r>
            <a:endParaRPr lang="en-US" altLang="zh-CN" smtClean="0"/>
          </a:p>
          <a:p>
            <a:r>
              <a:rPr lang="en-US" altLang="zh-CN" smtClean="0"/>
              <a:t>        DDF</a:t>
            </a:r>
            <a:r>
              <a:rPr lang="zh-CN" altLang="en-US" smtClean="0"/>
              <a:t>架构的所有</a:t>
            </a:r>
            <a:r>
              <a:rPr lang="en-US" altLang="zh-CN" smtClean="0"/>
              <a:t>sensor</a:t>
            </a:r>
            <a:r>
              <a:rPr lang="zh-CN" altLang="en-US" smtClean="0"/>
              <a:t>配置都放在同一个</a:t>
            </a:r>
            <a:r>
              <a:rPr lang="en-US" altLang="zh-CN" smtClean="0"/>
              <a:t>conf</a:t>
            </a:r>
            <a:r>
              <a:rPr lang="zh-CN" altLang="en-US" smtClean="0"/>
              <a:t>文件中，适用于多个芯片和平台，要注意</a:t>
            </a:r>
            <a:r>
              <a:rPr lang="en-US" altLang="zh-CN" smtClean="0"/>
              <a:t>sensor</a:t>
            </a:r>
            <a:r>
              <a:rPr lang="zh-CN" altLang="en-US" smtClean="0"/>
              <a:t>添加的位置。开机时系统会通过</a:t>
            </a:r>
            <a:r>
              <a:rPr lang="en-US" altLang="zh-CN" smtClean="0"/>
              <a:t>conf</a:t>
            </a:r>
            <a:r>
              <a:rPr lang="zh-CN" altLang="en-US" smtClean="0"/>
              <a:t>文件生成一个二进制文件</a:t>
            </a:r>
            <a:r>
              <a:rPr lang="en-US" altLang="zh-CN" smtClean="0"/>
              <a:t>sns.reg</a:t>
            </a:r>
            <a:r>
              <a:rPr lang="zh-CN" altLang="en-US" smtClean="0"/>
              <a:t>注册表，机器实际读取使用的是这个注册表。</a:t>
            </a:r>
            <a:r>
              <a:rPr lang="en-US" altLang="zh-CN" smtClean="0"/>
              <a:t>conf</a:t>
            </a:r>
            <a:r>
              <a:rPr lang="zh-CN" altLang="en-US" smtClean="0"/>
              <a:t>文件通过</a:t>
            </a:r>
            <a:r>
              <a:rPr lang="en-US" altLang="zh-CN" smtClean="0"/>
              <a:t>hardware</a:t>
            </a:r>
            <a:r>
              <a:rPr lang="zh-CN" altLang="en-US" smtClean="0"/>
              <a:t>参数区分不同高通芯片，</a:t>
            </a:r>
            <a:r>
              <a:rPr lang="en-US" altLang="zh-CN" smtClean="0"/>
              <a:t>platform</a:t>
            </a:r>
            <a:r>
              <a:rPr lang="zh-CN" altLang="en-US" smtClean="0"/>
              <a:t>参数区分</a:t>
            </a:r>
            <a:r>
              <a:rPr lang="en-US" altLang="zh-CN" smtClean="0"/>
              <a:t>QRD</a:t>
            </a:r>
            <a:r>
              <a:rPr lang="zh-CN" altLang="en-US" smtClean="0"/>
              <a:t>和</a:t>
            </a:r>
            <a:r>
              <a:rPr lang="en-US" altLang="zh-CN" smtClean="0"/>
              <a:t>MTP</a:t>
            </a:r>
            <a:r>
              <a:rPr lang="zh-CN" altLang="en-US" smtClean="0"/>
              <a:t>平台，通过不同偏移量读取</a:t>
            </a:r>
            <a:r>
              <a:rPr lang="en-US" altLang="zh-CN" smtClean="0"/>
              <a:t>sensor</a:t>
            </a:r>
            <a:r>
              <a:rPr lang="zh-CN" altLang="en-US" smtClean="0"/>
              <a:t>相关配置。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en-US" altLang="zh-CN" smtClean="0"/>
              <a:t>2. </a:t>
            </a:r>
            <a:r>
              <a:rPr lang="zh-CN" altLang="en-US" smtClean="0"/>
              <a:t>查询机器平台信息：</a:t>
            </a:r>
            <a:endParaRPr lang="en-US" altLang="zh-CN" smtClean="0"/>
          </a:p>
          <a:p>
            <a:r>
              <a:rPr lang="en-US" altLang="zh-CN"/>
              <a:t>adb shell cat /</a:t>
            </a:r>
            <a:r>
              <a:rPr lang="en-US" altLang="zh-CN" smtClean="0"/>
              <a:t>sys/devices/soc0/machine</a:t>
            </a:r>
          </a:p>
          <a:p>
            <a:r>
              <a:rPr lang="en-US" altLang="zh-CN"/>
              <a:t>adb shell cat /</a:t>
            </a:r>
            <a:r>
              <a:rPr lang="en-US" altLang="zh-CN" smtClean="0"/>
              <a:t>sys/devices/soc0/platform_subtype</a:t>
            </a:r>
          </a:p>
          <a:p>
            <a:endParaRPr lang="en-US" altLang="zh-CN"/>
          </a:p>
          <a:p>
            <a:r>
              <a:rPr lang="zh-CN" altLang="en-US" smtClean="0"/>
              <a:t>这里同样以</a:t>
            </a:r>
            <a:r>
              <a:rPr lang="en-US" altLang="zh-CN" smtClean="0"/>
              <a:t>CM32181</a:t>
            </a:r>
            <a:r>
              <a:rPr lang="zh-CN" altLang="en-US" smtClean="0"/>
              <a:t>为例定位平台位置</a:t>
            </a:r>
            <a:endParaRPr lang="en-US" altLang="zh-CN" smtClean="0"/>
          </a:p>
          <a:p>
            <a:r>
              <a:rPr lang="zh-CN" altLang="en-US" smtClean="0"/>
              <a:t>平台信息为</a:t>
            </a:r>
            <a:r>
              <a:rPr lang="en-US" altLang="zh-CN" smtClean="0"/>
              <a:t>8953</a:t>
            </a:r>
            <a:r>
              <a:rPr lang="zh-CN" altLang="en-US" smtClean="0"/>
              <a:t>，</a:t>
            </a:r>
            <a:r>
              <a:rPr lang="en-US" altLang="zh-CN" smtClean="0"/>
              <a:t>QRD</a:t>
            </a:r>
          </a:p>
          <a:p>
            <a:r>
              <a:rPr lang="zh-CN" altLang="en-US" smtClean="0"/>
              <a:t>在</a:t>
            </a:r>
            <a:r>
              <a:rPr lang="en-US" altLang="zh-CN" smtClean="0"/>
              <a:t>conf</a:t>
            </a:r>
            <a:r>
              <a:rPr lang="zh-CN" altLang="en-US" smtClean="0"/>
              <a:t>文件中搜索“</a:t>
            </a:r>
            <a:r>
              <a:rPr lang="en-US" altLang="zh-CN" smtClean="0"/>
              <a:t>8953</a:t>
            </a:r>
            <a:r>
              <a:rPr lang="zh-CN" altLang="en-US" smtClean="0"/>
              <a:t>”，然后搜索“</a:t>
            </a:r>
            <a:r>
              <a:rPr lang="en-US" altLang="zh-CN" smtClean="0"/>
              <a:t>QRD</a:t>
            </a:r>
            <a:r>
              <a:rPr lang="zh-CN" altLang="en-US" smtClean="0"/>
              <a:t>”</a:t>
            </a:r>
            <a:endParaRPr lang="en-US" altLang="zh-CN" smtClean="0"/>
          </a:p>
          <a:p>
            <a:r>
              <a:rPr lang="zh-CN" altLang="en-US" smtClean="0"/>
              <a:t>即可定位</a:t>
            </a:r>
            <a:endParaRPr lang="en-US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r="37176"/>
          <a:stretch/>
        </p:blipFill>
        <p:spPr>
          <a:xfrm>
            <a:off x="5690560" y="2892659"/>
            <a:ext cx="3979651" cy="207931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4389" y="4374131"/>
            <a:ext cx="37338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0613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653451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3. sensor</a:t>
            </a:r>
            <a:r>
              <a:rPr lang="zh-CN" altLang="en-US" smtClean="0"/>
              <a:t>配置</a:t>
            </a:r>
            <a:endParaRPr lang="en-US" altLang="zh-CN" smtClean="0"/>
          </a:p>
          <a:p>
            <a:r>
              <a:rPr lang="zh-CN" altLang="en-US" smtClean="0">
                <a:solidFill>
                  <a:srgbClr val="FF0000"/>
                </a:solidFill>
              </a:rPr>
              <a:t>偏移量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zh-CN" altLang="en-US" smtClean="0"/>
              <a:t>高通提供非兼容模式</a:t>
            </a:r>
            <a:r>
              <a:rPr lang="en-US" altLang="zh-CN" smtClean="0"/>
              <a:t>1902~1966</a:t>
            </a:r>
            <a:r>
              <a:rPr lang="zh-CN" altLang="en-US" smtClean="0"/>
              <a:t>、</a:t>
            </a:r>
            <a:r>
              <a:rPr lang="en-US" altLang="zh-CN" smtClean="0"/>
              <a:t>3602~3666</a:t>
            </a:r>
            <a:r>
              <a:rPr lang="zh-CN" altLang="en-US" smtClean="0"/>
              <a:t>、</a:t>
            </a:r>
            <a:r>
              <a:rPr lang="en-US" altLang="zh-CN" smtClean="0"/>
              <a:t>5502~5566</a:t>
            </a:r>
            <a:r>
              <a:rPr lang="zh-CN" altLang="en-US" smtClean="0"/>
              <a:t>总计</a:t>
            </a:r>
            <a:r>
              <a:rPr lang="en-US" altLang="zh-CN" smtClean="0"/>
              <a:t>15</a:t>
            </a:r>
            <a:r>
              <a:rPr lang="zh-CN" altLang="en-US" smtClean="0"/>
              <a:t>组</a:t>
            </a:r>
            <a:r>
              <a:rPr lang="en-US" altLang="zh-CN" smtClean="0"/>
              <a:t>sensor</a:t>
            </a:r>
            <a:r>
              <a:rPr lang="zh-CN" altLang="en-US" smtClean="0"/>
              <a:t>配置，同种</a:t>
            </a:r>
            <a:r>
              <a:rPr lang="en-US" altLang="zh-CN" smtClean="0"/>
              <a:t>sensor</a:t>
            </a:r>
            <a:r>
              <a:rPr lang="zh-CN" altLang="en-US" smtClean="0"/>
              <a:t>只能配置一个。使用该模式要做如下配置：</a:t>
            </a:r>
            <a:endParaRPr lang="en-US" altLang="zh-CN" smtClean="0"/>
          </a:p>
          <a:p>
            <a:r>
              <a:rPr lang="en-US" altLang="zh-CN" smtClean="0"/>
              <a:t>1900    1</a:t>
            </a:r>
          </a:p>
          <a:p>
            <a:r>
              <a:rPr lang="en-US" altLang="zh-CN" smtClean="0"/>
              <a:t>1901    </a:t>
            </a:r>
            <a:r>
              <a:rPr lang="en-US" altLang="zh-CN" smtClean="0"/>
              <a:t>1</a:t>
            </a:r>
          </a:p>
          <a:p>
            <a:r>
              <a:rPr lang="zh-CN" altLang="en-US" smtClean="0"/>
              <a:t>配置大致分为四个部分：</a:t>
            </a:r>
            <a:endParaRPr lang="en-US" altLang="zh-CN" smtClean="0"/>
          </a:p>
          <a:p>
            <a:r>
              <a:rPr lang="zh-CN" altLang="en-US" smtClean="0"/>
              <a:t>第一部分为</a:t>
            </a:r>
            <a:r>
              <a:rPr lang="en-US" altLang="zh-CN" smtClean="0"/>
              <a:t>uuid</a:t>
            </a:r>
            <a:r>
              <a:rPr lang="zh-CN" altLang="en-US" smtClean="0"/>
              <a:t>，为了方便书写要把前两行顺序调换。规则是把生成的</a:t>
            </a:r>
            <a:r>
              <a:rPr lang="en-US" altLang="zh-CN" smtClean="0"/>
              <a:t>uuid</a:t>
            </a:r>
            <a:r>
              <a:rPr lang="zh-CN" altLang="en-US" smtClean="0"/>
              <a:t>倒过来写，两个数字为一组。如获取的</a:t>
            </a:r>
            <a:r>
              <a:rPr lang="en-US" altLang="zh-CN" smtClean="0"/>
              <a:t>uuid</a:t>
            </a:r>
            <a:r>
              <a:rPr lang="zh-CN" altLang="en-US" smtClean="0"/>
              <a:t>以</a:t>
            </a:r>
            <a:r>
              <a:rPr lang="en-US" altLang="zh-CN" smtClean="0"/>
              <a:t>0x06</a:t>
            </a:r>
            <a:r>
              <a:rPr lang="zh-CN" altLang="en-US" smtClean="0"/>
              <a:t>开头，</a:t>
            </a:r>
            <a:r>
              <a:rPr lang="en-US" altLang="zh-CN" smtClean="0"/>
              <a:t>0x0e</a:t>
            </a:r>
            <a:r>
              <a:rPr lang="zh-CN" altLang="en-US" smtClean="0"/>
              <a:t>结尾，则</a:t>
            </a:r>
            <a:r>
              <a:rPr lang="en-US" altLang="zh-CN" smtClean="0"/>
              <a:t>conf</a:t>
            </a:r>
            <a:r>
              <a:rPr lang="zh-CN" altLang="en-US" smtClean="0"/>
              <a:t>文件</a:t>
            </a:r>
            <a:r>
              <a:rPr lang="zh-CN" altLang="en-US" smtClean="0"/>
              <a:t>中反之。</a:t>
            </a:r>
            <a:endParaRPr lang="en-US" altLang="zh-CN" smtClean="0"/>
          </a:p>
          <a:p>
            <a:r>
              <a:rPr lang="zh-CN" altLang="en-US" smtClean="0"/>
              <a:t>第二部分为</a:t>
            </a:r>
            <a:r>
              <a:rPr lang="en-US" altLang="zh-CN" smtClean="0"/>
              <a:t>sensor</a:t>
            </a:r>
            <a:r>
              <a:rPr lang="zh-CN" altLang="en-US" smtClean="0"/>
              <a:t>各个属性的配置，包括中断和</a:t>
            </a:r>
            <a:r>
              <a:rPr lang="en-US" altLang="zh-CN" smtClean="0"/>
              <a:t>i2c</a:t>
            </a:r>
            <a:r>
              <a:rPr lang="zh-CN" altLang="en-US" smtClean="0"/>
              <a:t>等，偏移量顺序排列。</a:t>
            </a:r>
            <a:endParaRPr lang="en-US" altLang="zh-CN" smtClean="0"/>
          </a:p>
          <a:p>
            <a:r>
              <a:rPr lang="zh-CN" altLang="en-US"/>
              <a:t>第三</a:t>
            </a:r>
            <a:r>
              <a:rPr lang="zh-CN" altLang="en-US" smtClean="0"/>
              <a:t>部分是</a:t>
            </a:r>
            <a:r>
              <a:rPr lang="en-US" altLang="zh-CN" smtClean="0"/>
              <a:t>device_select</a:t>
            </a:r>
            <a:r>
              <a:rPr lang="zh-CN" altLang="en-US" smtClean="0"/>
              <a:t>属性，每个</a:t>
            </a:r>
            <a:r>
              <a:rPr lang="en-US" altLang="zh-CN" smtClean="0"/>
              <a:t>sensor</a:t>
            </a:r>
            <a:r>
              <a:rPr lang="zh-CN" altLang="en-US" smtClean="0"/>
              <a:t>配</a:t>
            </a:r>
            <a:r>
              <a:rPr lang="en-US" altLang="zh-CN" smtClean="0"/>
              <a:t>1</a:t>
            </a:r>
            <a:r>
              <a:rPr lang="zh-CN" altLang="en-US" smtClean="0"/>
              <a:t>行</a:t>
            </a:r>
            <a:r>
              <a:rPr lang="zh-CN" altLang="en-US" smtClean="0"/>
              <a:t>，偏移量从</a:t>
            </a:r>
            <a:r>
              <a:rPr lang="en-US" altLang="zh-CN" smtClean="0"/>
              <a:t>1982~1986</a:t>
            </a:r>
          </a:p>
          <a:p>
            <a:r>
              <a:rPr lang="zh-CN" altLang="en-US" smtClean="0"/>
              <a:t>第</a:t>
            </a:r>
            <a:r>
              <a:rPr lang="zh-CN" altLang="en-US" smtClean="0"/>
              <a:t>四部分为电相关的配置，与芯片有关，每个</a:t>
            </a:r>
            <a:r>
              <a:rPr lang="en-US" altLang="zh-CN" smtClean="0"/>
              <a:t>sensor</a:t>
            </a:r>
            <a:r>
              <a:rPr lang="zh-CN" altLang="en-US" smtClean="0"/>
              <a:t>配</a:t>
            </a:r>
            <a:r>
              <a:rPr lang="en-US" altLang="zh-CN" smtClean="0"/>
              <a:t>2</a:t>
            </a:r>
            <a:r>
              <a:rPr lang="zh-CN" altLang="en-US" smtClean="0"/>
              <a:t>行，偏移量从</a:t>
            </a:r>
            <a:r>
              <a:rPr lang="en-US" altLang="zh-CN" smtClean="0"/>
              <a:t>1987</a:t>
            </a:r>
            <a:r>
              <a:rPr lang="en-US" altLang="zh-CN"/>
              <a:t>~</a:t>
            </a:r>
            <a:r>
              <a:rPr lang="en-US" altLang="zh-CN" smtClean="0"/>
              <a:t>1996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589" y="776377"/>
            <a:ext cx="4800600" cy="35242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2989" y="5749042"/>
            <a:ext cx="7315200" cy="4095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7589" y="5091937"/>
            <a:ext cx="4104762" cy="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597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65345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</a:rPr>
              <a:t>UUID</a:t>
            </a:r>
            <a:r>
              <a:rPr lang="zh-CN" altLang="en-US" smtClean="0"/>
              <a:t>：使配置和驱动</a:t>
            </a:r>
            <a:r>
              <a:rPr lang="zh-CN" altLang="en-US" smtClean="0"/>
              <a:t>匹配，配置方法前文已讲</a:t>
            </a:r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off_to_idle</a:t>
            </a:r>
            <a:r>
              <a:rPr lang="zh-CN" altLang="en-US" smtClean="0"/>
              <a:t>：</a:t>
            </a:r>
            <a:r>
              <a:rPr lang="zh-CN" altLang="zh-CN"/>
              <a:t>一个可配置的延迟时间</a:t>
            </a:r>
            <a:r>
              <a:rPr lang="zh-CN" altLang="zh-CN" smtClean="0"/>
              <a:t>，</a:t>
            </a:r>
            <a:r>
              <a:rPr lang="zh-CN" altLang="en-US" smtClean="0"/>
              <a:t>单位为</a:t>
            </a:r>
            <a:r>
              <a:rPr lang="zh-CN" altLang="zh-CN" smtClean="0"/>
              <a:t>微秒，</a:t>
            </a:r>
            <a:r>
              <a:rPr lang="zh-CN" altLang="zh-CN"/>
              <a:t>通常是传感器</a:t>
            </a:r>
            <a:r>
              <a:rPr lang="zh-CN" altLang="zh-CN" smtClean="0"/>
              <a:t>设备在</a:t>
            </a:r>
            <a:r>
              <a:rPr lang="en-US" altLang="zh-CN"/>
              <a:t>powerup</a:t>
            </a:r>
            <a:r>
              <a:rPr lang="zh-CN" altLang="zh-CN"/>
              <a:t>上过渡到</a:t>
            </a:r>
            <a:r>
              <a:rPr lang="zh-CN" altLang="zh-CN" smtClean="0"/>
              <a:t>空闲状态</a:t>
            </a:r>
            <a:r>
              <a:rPr lang="zh-CN" altLang="en-US" smtClean="0"/>
              <a:t>所需的时间，可以在器件的数据手册中获得</a:t>
            </a:r>
            <a:endParaRPr lang="en-US" altLang="zh-CN" smtClean="0"/>
          </a:p>
          <a:p>
            <a:pPr lvl="0"/>
            <a:r>
              <a:rPr lang="en-US" altLang="zh-CN" smtClean="0">
                <a:solidFill>
                  <a:srgbClr val="FF0000"/>
                </a:solidFill>
              </a:rPr>
              <a:t>idle_to_ready</a:t>
            </a:r>
            <a:r>
              <a:rPr lang="zh-CN" altLang="en-US" smtClean="0"/>
              <a:t>：</a:t>
            </a:r>
            <a:r>
              <a:rPr lang="zh-CN" altLang="zh-CN"/>
              <a:t>一个可配置</a:t>
            </a:r>
            <a:r>
              <a:rPr lang="zh-CN" altLang="zh-CN" smtClean="0"/>
              <a:t>延迟时间</a:t>
            </a:r>
            <a:r>
              <a:rPr lang="zh-CN" altLang="en-US" smtClean="0"/>
              <a:t>，单位为</a:t>
            </a:r>
            <a:r>
              <a:rPr lang="zh-CN" altLang="zh-CN" smtClean="0"/>
              <a:t>微秒，</a:t>
            </a:r>
            <a:r>
              <a:rPr lang="zh-CN" altLang="zh-CN"/>
              <a:t>通常是传感器设备从空闲状态转换到就绪状态所需的</a:t>
            </a:r>
            <a:r>
              <a:rPr lang="zh-CN" altLang="zh-CN" smtClean="0"/>
              <a:t>时间</a:t>
            </a:r>
            <a:r>
              <a:rPr lang="zh-CN" altLang="en-US" smtClean="0"/>
              <a:t>，</a:t>
            </a:r>
            <a:r>
              <a:rPr lang="zh-CN" altLang="en-US"/>
              <a:t>可以在器件的数据手册中</a:t>
            </a:r>
            <a:r>
              <a:rPr lang="zh-CN" altLang="en-US" smtClean="0"/>
              <a:t>获得。</a:t>
            </a:r>
            <a:endParaRPr lang="en-US" altLang="zh-CN" smtClean="0"/>
          </a:p>
          <a:p>
            <a:pPr lvl="0"/>
            <a:r>
              <a:rPr lang="en-US" altLang="zh-CN" smtClean="0">
                <a:solidFill>
                  <a:srgbClr val="FF0000"/>
                </a:solidFill>
              </a:rPr>
              <a:t>i2c/SPI</a:t>
            </a:r>
            <a:r>
              <a:rPr lang="en-US" altLang="zh-CN" smtClean="0"/>
              <a:t> </a:t>
            </a:r>
            <a:r>
              <a:rPr lang="en-US" altLang="zh-CN" smtClean="0">
                <a:solidFill>
                  <a:srgbClr val="FF0000"/>
                </a:solidFill>
              </a:rPr>
              <a:t>bus</a:t>
            </a:r>
            <a:r>
              <a:rPr lang="zh-CN" altLang="en-US" smtClean="0"/>
              <a:t>：配置传感器使用的</a:t>
            </a:r>
            <a:r>
              <a:rPr lang="en-US" altLang="zh-CN" smtClean="0"/>
              <a:t>i2c</a:t>
            </a:r>
            <a:r>
              <a:rPr lang="zh-CN" altLang="en-US" smtClean="0"/>
              <a:t>线路，每个高通芯片都有推荐使用的</a:t>
            </a:r>
            <a:r>
              <a:rPr lang="en-US" altLang="zh-CN" smtClean="0"/>
              <a:t>i2c/SPI</a:t>
            </a:r>
            <a:r>
              <a:rPr lang="zh-CN" altLang="en-US" smtClean="0"/>
              <a:t>（如</a:t>
            </a:r>
            <a:r>
              <a:rPr lang="en-US" altLang="zh-CN" smtClean="0"/>
              <a:t>8953</a:t>
            </a:r>
            <a:r>
              <a:rPr lang="zh-CN" altLang="en-US" smtClean="0"/>
              <a:t>芯片使用</a:t>
            </a:r>
            <a:r>
              <a:rPr lang="en-US" altLang="zh-CN" smtClean="0"/>
              <a:t>i2c4</a:t>
            </a:r>
            <a:r>
              <a:rPr lang="zh-CN" altLang="en-US" smtClean="0"/>
              <a:t>和</a:t>
            </a:r>
            <a:r>
              <a:rPr lang="en-US" altLang="zh-CN" smtClean="0"/>
              <a:t>spi6</a:t>
            </a:r>
            <a:r>
              <a:rPr lang="zh-CN" altLang="en-US" smtClean="0"/>
              <a:t>），不能随意更改，否则器件无法正常工作</a:t>
            </a:r>
            <a:r>
              <a:rPr lang="zh-CN" altLang="en-US" smtClean="0"/>
              <a:t>。书写规则如下</a:t>
            </a:r>
            <a:endParaRPr lang="en-US" altLang="zh-CN" smtClean="0"/>
          </a:p>
          <a:p>
            <a:pPr lvl="0"/>
            <a:r>
              <a:rPr lang="en-US" altLang="zh-CN" smtClean="0"/>
              <a:t>i2c---Y         </a:t>
            </a:r>
            <a:r>
              <a:rPr lang="en-US" altLang="zh-CN" smtClean="0"/>
              <a:t>spi---0x100Y</a:t>
            </a:r>
          </a:p>
          <a:p>
            <a:pPr lvl="0"/>
            <a:r>
              <a:rPr lang="en-US" altLang="zh-CN" smtClean="0">
                <a:solidFill>
                  <a:srgbClr val="FF0000"/>
                </a:solidFill>
              </a:rPr>
              <a:t>reg_group_id</a:t>
            </a:r>
            <a:r>
              <a:rPr lang="zh-CN" altLang="en-US" smtClean="0"/>
              <a:t>：根据右表配置</a:t>
            </a:r>
            <a:endParaRPr lang="en-US" altLang="zh-CN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589" y="776377"/>
            <a:ext cx="4800600" cy="3524250"/>
          </a:xfrm>
          <a:prstGeom prst="rect">
            <a:avLst/>
          </a:prstGeom>
        </p:spPr>
      </p:pic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70879"/>
              </p:ext>
            </p:extLst>
          </p:nvPr>
        </p:nvGraphicFramePr>
        <p:xfrm>
          <a:off x="3838755" y="3872662"/>
          <a:ext cx="2889370" cy="232327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44685"/>
                <a:gridCol w="1444685"/>
              </a:tblGrid>
              <a:tr h="32986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Sensor type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reg_group_id value</a:t>
                      </a:r>
                      <a:br>
                        <a:rPr lang="en-US" sz="1050" kern="0">
                          <a:effectLst/>
                        </a:rPr>
                      </a:br>
                      <a:r>
                        <a:rPr lang="en-US" sz="1050" kern="0">
                          <a:effectLst/>
                        </a:rPr>
                        <a:t>(10</a:t>
                      </a:r>
                      <a:r>
                        <a:rPr lang="zh-CN" sz="1050" kern="0">
                          <a:effectLst/>
                        </a:rPr>
                        <a:t>进制表示）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10913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Accel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1000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184924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Gyro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1010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192921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Mag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1020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186923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Pressure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1030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179926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ALS/Prox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1040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01917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IR Gesture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1050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0741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Humidity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1070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194420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RGB/CT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1080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0591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SAR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1090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18910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Hall Effect Sensor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1100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1097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648706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</a:rPr>
              <a:t>cal_grp_id</a:t>
            </a:r>
            <a:r>
              <a:rPr lang="zh-CN" altLang="en-US"/>
              <a:t>：</a:t>
            </a:r>
            <a:r>
              <a:rPr lang="zh-CN" altLang="en-US" smtClean="0"/>
              <a:t>根据下表配置</a:t>
            </a:r>
            <a:endParaRPr lang="en-US" altLang="zh-CN" smtClean="0"/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pPr lvl="0"/>
            <a:r>
              <a:rPr lang="en-US" altLang="zh-CN">
                <a:solidFill>
                  <a:srgbClr val="FF0000"/>
                </a:solidFill>
              </a:rPr>
              <a:t>gpio1 </a:t>
            </a:r>
            <a:r>
              <a:rPr lang="zh-CN" altLang="en-US" smtClean="0">
                <a:solidFill>
                  <a:srgbClr val="FF0000"/>
                </a:solidFill>
              </a:rPr>
              <a:t>和</a:t>
            </a:r>
            <a:r>
              <a:rPr lang="en-US" altLang="zh-CN" smtClean="0">
                <a:solidFill>
                  <a:srgbClr val="FF0000"/>
                </a:solidFill>
              </a:rPr>
              <a:t> gpio2</a:t>
            </a:r>
            <a:r>
              <a:rPr lang="zh-CN" altLang="en-US" smtClean="0"/>
              <a:t>：</a:t>
            </a:r>
            <a:r>
              <a:rPr lang="en-US" altLang="zh-CN" smtClean="0"/>
              <a:t>gpio1</a:t>
            </a:r>
            <a:r>
              <a:rPr lang="zh-CN" altLang="en-US" smtClean="0"/>
              <a:t>为</a:t>
            </a:r>
            <a:r>
              <a:rPr lang="en-US" altLang="zh-CN" smtClean="0"/>
              <a:t>sensor</a:t>
            </a:r>
            <a:r>
              <a:rPr lang="zh-CN" altLang="en-US" smtClean="0"/>
              <a:t>使用的中断</a:t>
            </a:r>
            <a:r>
              <a:rPr lang="en-US" altLang="zh-CN" smtClean="0"/>
              <a:t>gpio</a:t>
            </a:r>
            <a:r>
              <a:rPr lang="zh-CN" altLang="en-US" smtClean="0"/>
              <a:t>号，</a:t>
            </a:r>
            <a:r>
              <a:rPr lang="en-US" altLang="zh-CN" smtClean="0"/>
              <a:t>gpio2</a:t>
            </a:r>
            <a:r>
              <a:rPr lang="zh-CN" altLang="en-US" smtClean="0"/>
              <a:t>通常设置</a:t>
            </a:r>
            <a:r>
              <a:rPr lang="en-US" altLang="zh-CN" smtClean="0"/>
              <a:t>0xFFFF</a:t>
            </a:r>
            <a:r>
              <a:rPr lang="zh-CN" altLang="en-US" smtClean="0"/>
              <a:t>。这一项配置高通也有推荐使用的</a:t>
            </a:r>
            <a:r>
              <a:rPr lang="en-US" altLang="zh-CN" smtClean="0"/>
              <a:t>gpio</a:t>
            </a:r>
            <a:r>
              <a:rPr lang="zh-CN" altLang="en-US" smtClean="0"/>
              <a:t>引脚，随意更改可能引起</a:t>
            </a:r>
            <a:r>
              <a:rPr lang="en-US" altLang="zh-CN" smtClean="0"/>
              <a:t>sensor</a:t>
            </a:r>
            <a:r>
              <a:rPr lang="zh-CN" altLang="en-US" smtClean="0"/>
              <a:t>无数据。另，如果</a:t>
            </a:r>
            <a:r>
              <a:rPr lang="en-US" altLang="zh-CN" smtClean="0"/>
              <a:t>sensor</a:t>
            </a:r>
            <a:r>
              <a:rPr lang="zh-CN" altLang="en-US" smtClean="0"/>
              <a:t>使用轮询上报数据，这两项都必须置为</a:t>
            </a:r>
            <a:r>
              <a:rPr lang="en-US" altLang="zh-CN" smtClean="0"/>
              <a:t>0xFFFF</a:t>
            </a:r>
            <a:r>
              <a:rPr lang="zh-CN" altLang="en-US" smtClean="0"/>
              <a:t>，否则</a:t>
            </a:r>
            <a:r>
              <a:rPr lang="en-US" altLang="zh-CN" smtClean="0"/>
              <a:t>sensor</a:t>
            </a:r>
            <a:r>
              <a:rPr lang="zh-CN" altLang="en-US" smtClean="0"/>
              <a:t>会无数据。</a:t>
            </a:r>
            <a:endParaRPr lang="en-US" altLang="zh-CN"/>
          </a:p>
          <a:p>
            <a:pPr lvl="0"/>
            <a:r>
              <a:rPr lang="en-US" altLang="zh-CN" smtClean="0">
                <a:solidFill>
                  <a:srgbClr val="FF0000"/>
                </a:solidFill>
              </a:rPr>
              <a:t>sensor_id</a:t>
            </a:r>
            <a:r>
              <a:rPr lang="zh-CN" altLang="en-US"/>
              <a:t>：配置</a:t>
            </a:r>
            <a:r>
              <a:rPr lang="en-US" altLang="zh-CN"/>
              <a:t>sensor</a:t>
            </a:r>
            <a:r>
              <a:rPr lang="zh-CN" altLang="en-US"/>
              <a:t>上传数据</a:t>
            </a:r>
            <a:r>
              <a:rPr lang="zh-CN" altLang="en-US"/>
              <a:t>的</a:t>
            </a:r>
            <a:r>
              <a:rPr lang="zh-CN" altLang="en-US" smtClean="0"/>
              <a:t>类型，详细见下表。</a:t>
            </a:r>
            <a:endParaRPr lang="zh-CN" altLang="en-US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8243206"/>
              </p:ext>
            </p:extLst>
          </p:nvPr>
        </p:nvGraphicFramePr>
        <p:xfrm>
          <a:off x="483077" y="1131570"/>
          <a:ext cx="6340416" cy="10439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70208"/>
                <a:gridCol w="3170208"/>
              </a:tblGrid>
              <a:tr h="32956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Sensor type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cal_pri_group_id value (</a:t>
                      </a:r>
                      <a:r>
                        <a:rPr lang="zh-CN" sz="1050" kern="0">
                          <a:effectLst/>
                        </a:rPr>
                        <a:t>十进制表示</a:t>
                      </a:r>
                      <a:r>
                        <a:rPr lang="en-US" sz="1050" kern="0">
                          <a:effectLst/>
                        </a:rPr>
                        <a:t>)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2860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Accel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4765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Gyro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10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  <a:tr h="238125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All other sensors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65535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9525" marR="9525" marT="9525" marB="9525" anchor="ctr"/>
                </a:tc>
              </a:tr>
            </a:tbl>
          </a:graphicData>
        </a:graphic>
      </p:graphicFrame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8214254"/>
              </p:ext>
            </p:extLst>
          </p:nvPr>
        </p:nvGraphicFramePr>
        <p:xfrm>
          <a:off x="569341" y="3638699"/>
          <a:ext cx="6400802" cy="23988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00401"/>
                <a:gridCol w="3200401"/>
              </a:tblGrid>
              <a:tr h="27029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Sensor type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sensor_id value (</a:t>
                      </a:r>
                      <a:r>
                        <a:rPr lang="zh-CN" sz="700" kern="0">
                          <a:effectLst/>
                        </a:rPr>
                        <a:t>十进制表示</a:t>
                      </a:r>
                      <a:r>
                        <a:rPr lang="en-US" sz="700" kern="0">
                          <a:effectLst/>
                        </a:rPr>
                        <a:t>)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Accel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Gyro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10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Mag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20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Pressure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30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ALS/Prox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40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Humidity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50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RGB/CT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60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SAR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70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  <a:tr h="23650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Hall Effect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700" kern="0">
                          <a:effectLst/>
                        </a:rPr>
                        <a:t>80</a:t>
                      </a:r>
                      <a:endParaRPr lang="zh-CN" sz="70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5944" marR="5944" marT="5944" marB="5944" anchor="ctr"/>
                </a:tc>
              </a:tr>
            </a:tbl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589" y="776377"/>
            <a:ext cx="4800600" cy="3524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8323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653451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>
                <a:solidFill>
                  <a:srgbClr val="FF0000"/>
                </a:solidFill>
              </a:rPr>
              <a:t>i2c_address</a:t>
            </a:r>
            <a:r>
              <a:rPr lang="zh-CN" altLang="en-US" smtClean="0"/>
              <a:t>：器件的</a:t>
            </a:r>
            <a:r>
              <a:rPr lang="en-US" altLang="zh-CN" smtClean="0"/>
              <a:t>i2c</a:t>
            </a:r>
            <a:r>
              <a:rPr lang="zh-CN" altLang="en-US" smtClean="0"/>
              <a:t>地址，可以在数据手册中获得，通常有两个地址可选，根据器件的</a:t>
            </a:r>
            <a:r>
              <a:rPr lang="en-US" altLang="zh-CN" smtClean="0"/>
              <a:t>SDO</a:t>
            </a:r>
            <a:r>
              <a:rPr lang="zh-CN" altLang="en-US" smtClean="0"/>
              <a:t>引脚所接电平选择。</a:t>
            </a:r>
            <a:endParaRPr lang="en-US" altLang="zh-CN" smtClean="0"/>
          </a:p>
          <a:p>
            <a:pPr lvl="0"/>
            <a:r>
              <a:rPr lang="en-US" altLang="zh-CN">
                <a:solidFill>
                  <a:srgbClr val="FF0000"/>
                </a:solidFill>
              </a:rPr>
              <a:t>data_type1</a:t>
            </a:r>
            <a:r>
              <a:rPr lang="zh-CN" altLang="zh-CN">
                <a:solidFill>
                  <a:srgbClr val="FF0000"/>
                </a:solidFill>
              </a:rPr>
              <a:t>和</a:t>
            </a:r>
            <a:r>
              <a:rPr lang="en-US" altLang="zh-CN" smtClean="0">
                <a:solidFill>
                  <a:srgbClr val="FF0000"/>
                </a:solidFill>
              </a:rPr>
              <a:t>data_type2</a:t>
            </a:r>
            <a:r>
              <a:rPr lang="zh-CN" altLang="en-US" smtClean="0"/>
              <a:t>：这项决定报上去的是什么类型的传感器。光距感二合一传感器要把两个类型分别填在</a:t>
            </a:r>
            <a:r>
              <a:rPr lang="en-US" altLang="zh-CN" smtClean="0"/>
              <a:t>type1</a:t>
            </a:r>
            <a:r>
              <a:rPr lang="zh-CN" altLang="en-US" smtClean="0"/>
              <a:t>和</a:t>
            </a:r>
            <a:r>
              <a:rPr lang="en-US" altLang="zh-CN" smtClean="0"/>
              <a:t>type2</a:t>
            </a:r>
            <a:r>
              <a:rPr lang="zh-CN" altLang="en-US" smtClean="0"/>
              <a:t>，但重力陀螺仪二合一要分开配置，因它们使用不同的</a:t>
            </a:r>
            <a:r>
              <a:rPr lang="en-US" altLang="zh-CN" smtClean="0"/>
              <a:t>id</a:t>
            </a:r>
            <a:r>
              <a:rPr lang="zh-CN" altLang="en-US"/>
              <a:t>和</a:t>
            </a:r>
            <a:r>
              <a:rPr lang="zh-CN" altLang="en-US" smtClean="0"/>
              <a:t>中断引脚。</a:t>
            </a:r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related_sensor_index</a:t>
            </a:r>
            <a:r>
              <a:rPr lang="zh-CN" altLang="en-US" smtClean="0"/>
              <a:t>：这个字段没有被使用，配置为</a:t>
            </a:r>
            <a:r>
              <a:rPr lang="en-US" altLang="zh-CN" smtClean="0"/>
              <a:t>-1</a:t>
            </a:r>
          </a:p>
          <a:p>
            <a:r>
              <a:rPr lang="en-US" altLang="zh-CN" smtClean="0">
                <a:solidFill>
                  <a:srgbClr val="FF0000"/>
                </a:solidFill>
              </a:rPr>
              <a:t>sensitivity_default</a:t>
            </a:r>
            <a:r>
              <a:rPr lang="zh-CN" altLang="en-US" smtClean="0"/>
              <a:t>：配置器件的取值范围</a:t>
            </a:r>
            <a:endParaRPr lang="zh-CN" altLang="zh-CN"/>
          </a:p>
          <a:p>
            <a:pPr lvl="0"/>
            <a:r>
              <a:rPr lang="en-US" altLang="zh-CN" smtClean="0">
                <a:solidFill>
                  <a:srgbClr val="FF0000"/>
                </a:solidFill>
              </a:rPr>
              <a:t>flags</a:t>
            </a:r>
            <a:r>
              <a:rPr lang="zh-CN" altLang="en-US" smtClean="0"/>
              <a:t>：配置</a:t>
            </a:r>
            <a:r>
              <a:rPr lang="en-US" altLang="zh-CN" smtClean="0"/>
              <a:t>sensor</a:t>
            </a:r>
            <a:r>
              <a:rPr lang="zh-CN" altLang="en-US" smtClean="0"/>
              <a:t>数据上报类型，总共</a:t>
            </a:r>
            <a:r>
              <a:rPr lang="en-US" altLang="zh-CN"/>
              <a:t>4</a:t>
            </a:r>
            <a:r>
              <a:rPr lang="zh-CN" altLang="en-US" smtClean="0"/>
              <a:t>种。</a:t>
            </a:r>
            <a:endParaRPr lang="en-US" altLang="zh-CN" smtClean="0"/>
          </a:p>
          <a:p>
            <a:pPr lvl="0"/>
            <a:r>
              <a:rPr lang="en-US" altLang="zh-CN" smtClean="0"/>
              <a:t>Polling mode</a:t>
            </a:r>
            <a:r>
              <a:rPr lang="zh-CN" altLang="en-US" smtClean="0"/>
              <a:t>轮询；</a:t>
            </a:r>
            <a:r>
              <a:rPr lang="en-US" altLang="zh-CN" smtClean="0"/>
              <a:t>DRI</a:t>
            </a:r>
            <a:r>
              <a:rPr lang="zh-CN" altLang="en-US" smtClean="0"/>
              <a:t>为中断，</a:t>
            </a:r>
            <a:r>
              <a:rPr lang="en-US" altLang="zh-CN" smtClean="0"/>
              <a:t>FIFO DRI</a:t>
            </a:r>
            <a:r>
              <a:rPr lang="zh-CN" altLang="en-US" smtClean="0"/>
              <a:t>为</a:t>
            </a:r>
            <a:r>
              <a:rPr lang="en-US" altLang="zh-CN" smtClean="0"/>
              <a:t>FIFO</a:t>
            </a:r>
            <a:r>
              <a:rPr lang="zh-CN" altLang="en-US" smtClean="0"/>
              <a:t>中断，特点是数据存到一定量才触发中断。</a:t>
            </a:r>
            <a:endParaRPr lang="zh-CN" altLang="zh-CN"/>
          </a:p>
          <a:p>
            <a:pPr lvl="0"/>
            <a:r>
              <a:rPr lang="en-US" altLang="zh-CN" smtClean="0">
                <a:solidFill>
                  <a:srgbClr val="FF0000"/>
                </a:solidFill>
              </a:rPr>
              <a:t>device_select</a:t>
            </a:r>
            <a:r>
              <a:rPr lang="zh-CN" altLang="en-US" smtClean="0"/>
              <a:t>：</a:t>
            </a:r>
            <a:r>
              <a:rPr lang="zh-CN" altLang="zh-CN"/>
              <a:t>如果一个驱动程序支持多个传感器设备</a:t>
            </a:r>
            <a:r>
              <a:rPr lang="zh-CN" altLang="zh-CN"/>
              <a:t>，</a:t>
            </a:r>
            <a:r>
              <a:rPr lang="zh-CN" altLang="zh-CN" smtClean="0"/>
              <a:t>这个</a:t>
            </a:r>
            <a:r>
              <a:rPr lang="zh-CN" altLang="en-US" smtClean="0"/>
              <a:t>配置会向驱动提供设备信息，以便驱动调整一些参数。</a:t>
            </a:r>
            <a:endParaRPr lang="zh-CN" altLang="zh-CN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7589" y="776377"/>
            <a:ext cx="4800600" cy="3524250"/>
          </a:xfrm>
          <a:prstGeom prst="rect">
            <a:avLst/>
          </a:prstGeom>
        </p:spPr>
      </p:pic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29260"/>
              </p:ext>
            </p:extLst>
          </p:nvPr>
        </p:nvGraphicFramePr>
        <p:xfrm>
          <a:off x="585873" y="4485042"/>
          <a:ext cx="5720036" cy="145732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65222"/>
                <a:gridCol w="2554814"/>
              </a:tblGrid>
              <a:tr h="266700"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Driver functionality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Flags value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</a:tr>
              <a:tr h="266700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Polling mode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0x00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</a:tr>
              <a:tr h="266700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DRI mode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0x80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</a:tr>
              <a:tr h="390525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Disable Sensitivity and Dynamic Range Control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0x40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</a:tr>
              <a:tr h="266700">
                <a:tc>
                  <a:txBody>
                    <a:bodyPr/>
                    <a:lstStyle/>
                    <a:p>
                      <a:pPr algn="l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FIFO DRI mode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  <a:tc>
                  <a:txBody>
                    <a:bodyPr/>
                    <a:lstStyle/>
                    <a:p>
                      <a:pPr algn="ctr" fontAlgn="ctr">
                        <a:spcAft>
                          <a:spcPts val="0"/>
                        </a:spcAft>
                      </a:pPr>
                      <a:r>
                        <a:rPr lang="en-US" sz="1050" kern="0">
                          <a:effectLst/>
                        </a:rPr>
                        <a:t>0xD0</a:t>
                      </a:r>
                      <a:endParaRPr lang="zh-CN" sz="1050" kern="1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0" marR="0" marT="9525" marB="9525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2003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8" y="776377"/>
            <a:ext cx="1130887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4</a:t>
            </a:r>
            <a:r>
              <a:rPr lang="en-US" altLang="zh-CN" smtClean="0"/>
              <a:t>. </a:t>
            </a:r>
            <a:r>
              <a:rPr lang="zh-CN" altLang="en-US" smtClean="0"/>
              <a:t>兼容模式配置</a:t>
            </a:r>
            <a:endParaRPr lang="en-US" altLang="zh-CN" smtClean="0"/>
          </a:p>
          <a:p>
            <a:r>
              <a:rPr lang="zh-CN" altLang="en-US" smtClean="0"/>
              <a:t>又叫</a:t>
            </a:r>
            <a:r>
              <a:rPr lang="en-US" altLang="zh-CN" smtClean="0"/>
              <a:t>AUTO DETECT</a:t>
            </a:r>
            <a:r>
              <a:rPr lang="zh-CN" altLang="en-US" smtClean="0"/>
              <a:t>模式，在此模式下相同种类的</a:t>
            </a:r>
            <a:r>
              <a:rPr lang="en-US" altLang="zh-CN" smtClean="0"/>
              <a:t>sensor</a:t>
            </a:r>
            <a:r>
              <a:rPr lang="zh-CN" altLang="en-US" smtClean="0"/>
              <a:t>可以配置多个（硬件上同种</a:t>
            </a:r>
            <a:r>
              <a:rPr lang="en-US" altLang="zh-CN" smtClean="0"/>
              <a:t>sensor</a:t>
            </a:r>
            <a:r>
              <a:rPr lang="zh-CN" altLang="en-US" smtClean="0"/>
              <a:t>依旧只能贴</a:t>
            </a:r>
            <a:r>
              <a:rPr lang="en-US" altLang="zh-CN" smtClean="0"/>
              <a:t>1</a:t>
            </a:r>
            <a:r>
              <a:rPr lang="zh-CN" altLang="en-US" smtClean="0"/>
              <a:t>个），系统会根据硬件上实际贴的</a:t>
            </a:r>
            <a:r>
              <a:rPr lang="en-US" altLang="zh-CN" smtClean="0"/>
              <a:t>sensor</a:t>
            </a:r>
            <a:r>
              <a:rPr lang="zh-CN" altLang="en-US" smtClean="0"/>
              <a:t>确定配置。原理是</a:t>
            </a:r>
            <a:r>
              <a:rPr lang="zh-CN" altLang="zh-CN"/>
              <a:t>第一次开机后会运行</a:t>
            </a:r>
            <a:r>
              <a:rPr lang="zh-CN" altLang="zh-CN"/>
              <a:t>全部</a:t>
            </a:r>
            <a:r>
              <a:rPr lang="en-US" altLang="zh-CN" smtClean="0"/>
              <a:t>sensor</a:t>
            </a:r>
            <a:r>
              <a:rPr lang="zh-CN" altLang="en-US" smtClean="0"/>
              <a:t>驱动</a:t>
            </a:r>
            <a:r>
              <a:rPr lang="zh-CN" altLang="zh-CN" smtClean="0"/>
              <a:t>和</a:t>
            </a:r>
            <a:r>
              <a:rPr lang="en-US" altLang="zh-CN"/>
              <a:t>AUTODETECT</a:t>
            </a:r>
            <a:r>
              <a:rPr lang="zh-CN" altLang="zh-CN"/>
              <a:t>，</a:t>
            </a:r>
            <a:r>
              <a:rPr lang="zh-CN" altLang="zh-CN"/>
              <a:t>并</a:t>
            </a:r>
            <a:r>
              <a:rPr lang="zh-CN" altLang="zh-CN" smtClean="0"/>
              <a:t>把</a:t>
            </a:r>
            <a:r>
              <a:rPr lang="zh-CN" altLang="en-US" smtClean="0"/>
              <a:t>检测出来</a:t>
            </a:r>
            <a:r>
              <a:rPr lang="zh-CN" altLang="zh-CN" smtClean="0"/>
              <a:t>实际</a:t>
            </a:r>
            <a:r>
              <a:rPr lang="zh-CN" altLang="zh-CN"/>
              <a:t>在位的</a:t>
            </a:r>
            <a:r>
              <a:rPr lang="en-US" altLang="zh-CN"/>
              <a:t>sensor</a:t>
            </a:r>
            <a:r>
              <a:rPr lang="zh-CN" altLang="zh-CN"/>
              <a:t>写到</a:t>
            </a:r>
            <a:r>
              <a:rPr lang="en-US" altLang="zh-CN"/>
              <a:t>1900</a:t>
            </a:r>
            <a:r>
              <a:rPr lang="zh-CN" altLang="zh-CN"/>
              <a:t>偏移</a:t>
            </a:r>
            <a:r>
              <a:rPr lang="zh-CN" altLang="zh-CN"/>
              <a:t>量</a:t>
            </a:r>
            <a:r>
              <a:rPr lang="zh-CN" altLang="zh-CN" smtClean="0"/>
              <a:t>下</a:t>
            </a:r>
            <a:r>
              <a:rPr lang="zh-CN" altLang="en-US" smtClean="0"/>
              <a:t>，</a:t>
            </a:r>
            <a:r>
              <a:rPr lang="zh-CN" altLang="zh-CN" smtClean="0"/>
              <a:t>第二次及以后</a:t>
            </a:r>
            <a:r>
              <a:rPr lang="zh-CN" altLang="en-US" smtClean="0"/>
              <a:t>的开机</a:t>
            </a:r>
            <a:r>
              <a:rPr lang="en-US" altLang="zh-CN" smtClean="0"/>
              <a:t>sensor</a:t>
            </a:r>
            <a:r>
              <a:rPr lang="zh-CN" altLang="zh-CN"/>
              <a:t>初始化与非兼容模式</a:t>
            </a:r>
            <a:r>
              <a:rPr lang="zh-CN" altLang="zh-CN"/>
              <a:t>一致</a:t>
            </a:r>
            <a:r>
              <a:rPr lang="zh-CN" altLang="zh-CN" smtClean="0"/>
              <a:t>。</a:t>
            </a:r>
            <a:endParaRPr lang="en-US" altLang="zh-CN" smtClean="0"/>
          </a:p>
          <a:p>
            <a:r>
              <a:rPr lang="zh-CN" altLang="en-US" smtClean="0"/>
              <a:t>使用时要关闭</a:t>
            </a:r>
            <a:r>
              <a:rPr lang="en-US" altLang="zh-CN" smtClean="0"/>
              <a:t>1900</a:t>
            </a:r>
            <a:r>
              <a:rPr lang="zh-CN" altLang="en-US" smtClean="0"/>
              <a:t>偏移量，打开</a:t>
            </a:r>
            <a:r>
              <a:rPr lang="en-US" altLang="zh-CN" smtClean="0"/>
              <a:t>2000</a:t>
            </a:r>
            <a:r>
              <a:rPr lang="zh-CN" altLang="en-US" smtClean="0"/>
              <a:t>偏移量。</a:t>
            </a:r>
            <a:endParaRPr lang="en-US" altLang="zh-CN" smtClean="0"/>
          </a:p>
          <a:p>
            <a:r>
              <a:rPr lang="en-US" altLang="zh-CN" smtClean="0"/>
              <a:t>1900    0    #</a:t>
            </a:r>
            <a:r>
              <a:rPr lang="zh-CN" altLang="en-US" smtClean="0"/>
              <a:t>关闭</a:t>
            </a:r>
            <a:endParaRPr lang="en-US" altLang="zh-CN" smtClean="0"/>
          </a:p>
          <a:p>
            <a:r>
              <a:rPr lang="en-US" altLang="zh-CN" smtClean="0"/>
              <a:t>1901    1</a:t>
            </a:r>
          </a:p>
          <a:p>
            <a:endParaRPr lang="en-US" altLang="zh-CN" smtClean="0"/>
          </a:p>
          <a:p>
            <a:r>
              <a:rPr lang="en-US" altLang="zh-CN" smtClean="0"/>
              <a:t>2000    1    #</a:t>
            </a:r>
            <a:r>
              <a:rPr lang="zh-CN" altLang="en-US" smtClean="0"/>
              <a:t>置</a:t>
            </a:r>
            <a:r>
              <a:rPr lang="en-US" altLang="zh-CN" smtClean="0"/>
              <a:t>1</a:t>
            </a:r>
            <a:r>
              <a:rPr lang="zh-CN" altLang="en-US" smtClean="0"/>
              <a:t>使能</a:t>
            </a:r>
            <a:endParaRPr lang="en-US" altLang="zh-CN" smtClean="0"/>
          </a:p>
          <a:p>
            <a:r>
              <a:rPr lang="en-US" altLang="zh-CN" smtClean="0"/>
              <a:t>2001    2    #</a:t>
            </a:r>
            <a:r>
              <a:rPr lang="zh-CN" altLang="en-US" smtClean="0"/>
              <a:t>需要兼容的</a:t>
            </a:r>
            <a:r>
              <a:rPr lang="en-US" altLang="zh-CN" smtClean="0"/>
              <a:t>gsensor</a:t>
            </a:r>
            <a:r>
              <a:rPr lang="zh-CN" altLang="en-US" smtClean="0"/>
              <a:t>数量</a:t>
            </a:r>
            <a:endParaRPr lang="en-US" altLang="zh-CN" smtClean="0"/>
          </a:p>
          <a:p>
            <a:endParaRPr lang="en-US" altLang="zh-CN" smtClean="0"/>
          </a:p>
          <a:p>
            <a:r>
              <a:rPr lang="zh-CN" altLang="en-US">
                <a:solidFill>
                  <a:srgbClr val="FF0000"/>
                </a:solidFill>
              </a:rPr>
              <a:t>偏移</a:t>
            </a:r>
            <a:r>
              <a:rPr lang="zh-CN" altLang="en-US" smtClean="0">
                <a:solidFill>
                  <a:srgbClr val="FF0000"/>
                </a:solidFill>
              </a:rPr>
              <a:t>量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en-US" altLang="zh-CN" smtClean="0"/>
              <a:t>2000</a:t>
            </a:r>
            <a:r>
              <a:rPr lang="zh-CN" altLang="en-US" smtClean="0"/>
              <a:t>为重力传感器</a:t>
            </a:r>
            <a:endParaRPr lang="en-US" altLang="zh-CN" smtClean="0"/>
          </a:p>
          <a:p>
            <a:r>
              <a:rPr lang="en-US" altLang="zh-CN" smtClean="0"/>
              <a:t>2100</a:t>
            </a:r>
            <a:r>
              <a:rPr lang="zh-CN" altLang="en-US" smtClean="0"/>
              <a:t>为陀螺仪</a:t>
            </a:r>
            <a:endParaRPr lang="en-US" altLang="zh-CN" smtClean="0"/>
          </a:p>
          <a:p>
            <a:r>
              <a:rPr lang="en-US" altLang="zh-CN" smtClean="0"/>
              <a:t>2200</a:t>
            </a:r>
            <a:r>
              <a:rPr lang="zh-CN" altLang="en-US" smtClean="0"/>
              <a:t>为磁力传感器</a:t>
            </a:r>
            <a:endParaRPr lang="en-US" altLang="zh-CN" smtClean="0"/>
          </a:p>
          <a:p>
            <a:r>
              <a:rPr lang="en-US" altLang="zh-CN" smtClean="0"/>
              <a:t>2300</a:t>
            </a:r>
            <a:r>
              <a:rPr lang="zh-CN" altLang="en-US" smtClean="0"/>
              <a:t>为光距感</a:t>
            </a:r>
            <a:endParaRPr lang="en-US" altLang="zh-CN" smtClean="0"/>
          </a:p>
          <a:p>
            <a:endParaRPr lang="en-US" altLang="zh-CN"/>
          </a:p>
          <a:p>
            <a:r>
              <a:rPr lang="zh-CN" altLang="en-US" smtClean="0"/>
              <a:t>配置规则与前文非兼容模式基本一致</a:t>
            </a:r>
            <a:endParaRPr lang="en-US" altLang="zh-CN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449" y="2826762"/>
            <a:ext cx="5143500" cy="2750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7302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15出自【趣你的PPT】(微信:qunideppt)：最优质的PPT资源库"/>
          <p:cNvGrpSpPr/>
          <p:nvPr/>
        </p:nvGrpSpPr>
        <p:grpSpPr bwMode="auto">
          <a:xfrm>
            <a:off x="4367530" y="1824990"/>
            <a:ext cx="3240000" cy="3240000"/>
            <a:chOff x="5210630" y="2240024"/>
            <a:chExt cx="1770741" cy="2738025"/>
          </a:xfrm>
        </p:grpSpPr>
        <p:grpSp>
          <p:nvGrpSpPr>
            <p:cNvPr id="6" name="组合 11"/>
            <p:cNvGrpSpPr/>
            <p:nvPr/>
          </p:nvGrpSpPr>
          <p:grpSpPr bwMode="auto">
            <a:xfrm>
              <a:off x="5210630" y="2240024"/>
              <a:ext cx="1770740" cy="478620"/>
              <a:chOff x="2612571" y="1300350"/>
              <a:chExt cx="1828448" cy="438150"/>
            </a:xfrm>
          </p:grpSpPr>
          <p:cxnSp>
            <p:nvCxnSpPr>
              <p:cNvPr id="11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2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出自【趣你的PPT】(微信:qunideppt)：最优质的PPT资源库"/>
              <p:cNvCxnSpPr/>
              <p:nvPr/>
            </p:nvCxnSpPr>
            <p:spPr>
              <a:xfrm>
                <a:off x="4439830" y="1300350"/>
                <a:ext cx="0" cy="43864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40"/>
            <p:cNvGrpSpPr/>
            <p:nvPr/>
          </p:nvGrpSpPr>
          <p:grpSpPr bwMode="auto">
            <a:xfrm rot="10800000">
              <a:off x="5210631" y="4499429"/>
              <a:ext cx="1770740" cy="478620"/>
              <a:chOff x="2612571" y="1300350"/>
              <a:chExt cx="1828448" cy="438150"/>
            </a:xfrm>
          </p:grpSpPr>
          <p:cxnSp>
            <p:nvCxnSpPr>
              <p:cNvPr id="8" name="出自【趣你的PPT】(微信:qunideppt)：最优质的PPT资源库"/>
              <p:cNvCxnSpPr/>
              <p:nvPr/>
            </p:nvCxnSpPr>
            <p:spPr>
              <a:xfrm>
                <a:off x="2613761" y="1299016"/>
                <a:ext cx="1828449" cy="0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9" name="出自【趣你的PPT】(微信:qunideppt)：最优质的PPT资源库"/>
              <p:cNvCxnSpPr/>
              <p:nvPr/>
            </p:nvCxnSpPr>
            <p:spPr>
              <a:xfrm>
                <a:off x="2612571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0" name="出自【趣你的PPT】(微信:qunideppt)：最优质的PPT资源库"/>
              <p:cNvCxnSpPr/>
              <p:nvPr/>
            </p:nvCxnSpPr>
            <p:spPr>
              <a:xfrm>
                <a:off x="4439829" y="1300350"/>
                <a:ext cx="0" cy="438639"/>
              </a:xfrm>
              <a:prstGeom prst="line">
                <a:avLst/>
              </a:prstGeom>
              <a:ln w="25400"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" name="组合 18出自【趣你的PPT】(微信:qunideppt)：最优质的PPT资源库"/>
          <p:cNvGrpSpPr/>
          <p:nvPr/>
        </p:nvGrpSpPr>
        <p:grpSpPr bwMode="auto">
          <a:xfrm>
            <a:off x="272406" y="2269696"/>
            <a:ext cx="11426341" cy="1823422"/>
            <a:chOff x="1958473" y="2744981"/>
            <a:chExt cx="8568047" cy="1368301"/>
          </a:xfrm>
        </p:grpSpPr>
        <p:sp>
          <p:nvSpPr>
            <p:cNvPr id="15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1958473" y="3282732"/>
              <a:ext cx="8568047" cy="830550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defTabSz="914400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None/>
                <a:defRPr/>
              </a:pPr>
              <a:r>
                <a:rPr lang="en-US" altLang="zh-CN" sz="6600" b="1" kern="0" smtClean="0">
                  <a:solidFill>
                    <a:srgbClr val="C00000"/>
                  </a:solidFill>
                  <a:latin typeface="思源黑体 Bold" panose="020B0800000000000000" charset="-122"/>
                  <a:ea typeface="思源黑体 Bold" panose="020B0800000000000000" charset="-122"/>
                </a:rPr>
                <a:t>sensor debug</a:t>
              </a:r>
              <a:endParaRPr lang="en-US" altLang="zh-CN" sz="6600" b="1" kern="0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</a:endParaRPr>
            </a:p>
          </p:txBody>
        </p:sp>
        <p:sp>
          <p:nvSpPr>
            <p:cNvPr id="16" name="出自【趣你的PPT】(微信:qunideppt)：最优质的PPT资源库"/>
            <p:cNvSpPr txBox="1">
              <a:spLocks noChangeArrowheads="1"/>
            </p:cNvSpPr>
            <p:nvPr/>
          </p:nvSpPr>
          <p:spPr bwMode="auto">
            <a:xfrm>
              <a:off x="5144491" y="2744981"/>
              <a:ext cx="2206172" cy="391688"/>
            </a:xfrm>
            <a:prstGeom prst="rect">
              <a:avLst/>
            </a:prstGeom>
            <a:noFill/>
            <a:ln w="9525">
              <a:noFill/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  <a:defRPr/>
              </a:pPr>
              <a:r>
                <a:rPr lang="en-US" altLang="zh-CN" b="1" dirty="0">
                  <a:solidFill>
                    <a:srgbClr val="C00000"/>
                  </a:solidFill>
                  <a:latin typeface="+mj-lt"/>
                  <a:ea typeface="微软雅黑" panose="020B0503020204020204" pitchFamily="34" charset="-122"/>
                </a:rPr>
                <a:t>Part 02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106055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此篇主要讲一些调试</a:t>
            </a:r>
            <a:r>
              <a:rPr lang="en-US" altLang="zh-CN" smtClean="0"/>
              <a:t>sensor</a:t>
            </a:r>
            <a:r>
              <a:rPr lang="zh-CN" altLang="en-US" smtClean="0"/>
              <a:t>的办法和常见的问题。</a:t>
            </a:r>
            <a:endParaRPr lang="en-US" altLang="zh-CN" smtClean="0"/>
          </a:p>
          <a:p>
            <a:r>
              <a:rPr lang="en-US" altLang="zh-CN" smtClean="0"/>
              <a:t>1. </a:t>
            </a:r>
            <a:r>
              <a:rPr lang="zh-CN" altLang="en-US" smtClean="0"/>
              <a:t>验证手段</a:t>
            </a:r>
            <a:endParaRPr lang="en-US" altLang="zh-CN" smtClean="0"/>
          </a:p>
          <a:p>
            <a:r>
              <a:rPr lang="en-US" altLang="zh-CN" smtClean="0"/>
              <a:t>bp</a:t>
            </a:r>
            <a:r>
              <a:rPr lang="zh-CN" altLang="en-US" smtClean="0"/>
              <a:t>侧单编</a:t>
            </a:r>
            <a:r>
              <a:rPr lang="en-US" altLang="zh-CN" smtClean="0"/>
              <a:t>adsp</a:t>
            </a:r>
            <a:r>
              <a:rPr lang="zh-CN" altLang="en-US"/>
              <a:t>：</a:t>
            </a:r>
            <a:r>
              <a:rPr lang="zh-CN" altLang="en-US" smtClean="0"/>
              <a:t>需要编译</a:t>
            </a:r>
            <a:r>
              <a:rPr lang="en-US" altLang="zh-CN" smtClean="0"/>
              <a:t>ADSP</a:t>
            </a:r>
            <a:r>
              <a:rPr lang="zh-CN" altLang="en-US" smtClean="0"/>
              <a:t>、</a:t>
            </a:r>
            <a:r>
              <a:rPr lang="en-US" altLang="zh-CN" smtClean="0"/>
              <a:t>modem</a:t>
            </a:r>
            <a:r>
              <a:rPr lang="zh-CN" altLang="en-US" smtClean="0"/>
              <a:t>和</a:t>
            </a:r>
            <a:r>
              <a:rPr lang="en-US" altLang="zh-CN" smtClean="0"/>
              <a:t>NON-HOLS.bin</a:t>
            </a:r>
            <a:r>
              <a:rPr lang="zh-CN" altLang="en-US"/>
              <a:t>。</a:t>
            </a:r>
            <a:r>
              <a:rPr lang="en-US" altLang="zh-CN" smtClean="0"/>
              <a:t>adsp</a:t>
            </a:r>
            <a:r>
              <a:rPr lang="zh-CN" altLang="en-US" smtClean="0"/>
              <a:t>是和</a:t>
            </a:r>
            <a:r>
              <a:rPr lang="en-US" altLang="zh-CN" smtClean="0"/>
              <a:t>modem</a:t>
            </a:r>
            <a:r>
              <a:rPr lang="zh-CN" altLang="en-US" smtClean="0"/>
              <a:t>一起打包在</a:t>
            </a:r>
            <a:r>
              <a:rPr lang="en-US" altLang="zh-CN" smtClean="0"/>
              <a:t>NON-HOLS.bin</a:t>
            </a:r>
            <a:r>
              <a:rPr lang="zh-CN" altLang="en-US" smtClean="0"/>
              <a:t>里，烧录到机器的</a:t>
            </a:r>
            <a:r>
              <a:rPr lang="en-US" altLang="zh-CN" smtClean="0"/>
              <a:t>modem</a:t>
            </a:r>
            <a:r>
              <a:rPr lang="zh-CN" altLang="en-US" smtClean="0"/>
              <a:t>分区。</a:t>
            </a:r>
            <a:endParaRPr lang="en-US" altLang="zh-CN" smtClean="0"/>
          </a:p>
          <a:p>
            <a:r>
              <a:rPr lang="zh-CN" altLang="en-US"/>
              <a:t>随后</a:t>
            </a:r>
            <a:r>
              <a:rPr lang="zh-CN" altLang="en-US" smtClean="0"/>
              <a:t>把</a:t>
            </a:r>
            <a:r>
              <a:rPr lang="en-US" altLang="zh-CN" smtClean="0"/>
              <a:t>conf</a:t>
            </a:r>
            <a:r>
              <a:rPr lang="zh-CN" altLang="en-US" smtClean="0"/>
              <a:t>文件</a:t>
            </a:r>
            <a:r>
              <a:rPr lang="en-US" altLang="zh-CN" smtClean="0"/>
              <a:t>push</a:t>
            </a:r>
            <a:r>
              <a:rPr lang="zh-CN" altLang="en-US" smtClean="0"/>
              <a:t>到机器中即可。</a:t>
            </a:r>
            <a:r>
              <a:rPr lang="en-US" altLang="zh-CN" smtClean="0"/>
              <a:t>push</a:t>
            </a:r>
            <a:r>
              <a:rPr lang="zh-CN" altLang="en-US" smtClean="0"/>
              <a:t>的路径有两种，根据实际情况使用：</a:t>
            </a:r>
            <a:endParaRPr lang="en-US" altLang="zh-CN" smtClean="0"/>
          </a:p>
          <a:p>
            <a:r>
              <a:rPr lang="en-US" altLang="zh-CN"/>
              <a:t>adb shell rm -rf etc/sensors/sensor_def_qcomdev.conf</a:t>
            </a:r>
          </a:p>
          <a:p>
            <a:r>
              <a:rPr lang="en-US" altLang="zh-CN"/>
              <a:t>adb push sensor_def_qcomdev.conf etc/sensors/sensor_def_qcomdev.conf</a:t>
            </a:r>
          </a:p>
          <a:p>
            <a:r>
              <a:rPr lang="en-US" altLang="zh-CN"/>
              <a:t>adb shell chmod 644 etc/sensors/sensor_def_qcomdev.conf</a:t>
            </a:r>
          </a:p>
          <a:p>
            <a:r>
              <a:rPr lang="en-US" altLang="zh-CN"/>
              <a:t>adb shell rm -rf persist/sensors/sns.reg</a:t>
            </a:r>
          </a:p>
          <a:p>
            <a:r>
              <a:rPr lang="en-US" altLang="zh-CN"/>
              <a:t>adb </a:t>
            </a:r>
            <a:r>
              <a:rPr lang="en-US" altLang="zh-CN"/>
              <a:t>shell </a:t>
            </a:r>
            <a:r>
              <a:rPr lang="en-US" altLang="zh-CN" smtClean="0"/>
              <a:t>sync</a:t>
            </a:r>
          </a:p>
          <a:p>
            <a:endParaRPr lang="en-US" altLang="zh-CN"/>
          </a:p>
          <a:p>
            <a:r>
              <a:rPr lang="en-US" altLang="zh-CN"/>
              <a:t>adb shell rm -rf vendor/etc/sensors/sensor_def_qcomdev.conf</a:t>
            </a:r>
          </a:p>
          <a:p>
            <a:r>
              <a:rPr lang="en-US" altLang="zh-CN"/>
              <a:t>adb push sensor_def_qcomdev.conf vendor/etc/sensors/sensor_def_qcomdev.conf</a:t>
            </a:r>
          </a:p>
          <a:p>
            <a:r>
              <a:rPr lang="en-US" altLang="zh-CN"/>
              <a:t>adb shell chmod 644 vendor/etc/sensors/sensor_def_qcomdev.conf</a:t>
            </a:r>
          </a:p>
          <a:p>
            <a:r>
              <a:rPr lang="en-US" altLang="zh-CN"/>
              <a:t>adb shell rm -rf mnt/vendor/persist/sensors/sns.reg</a:t>
            </a:r>
          </a:p>
          <a:p>
            <a:r>
              <a:rPr lang="en-US" altLang="zh-CN"/>
              <a:t>adb </a:t>
            </a:r>
            <a:r>
              <a:rPr lang="en-US" altLang="zh-CN"/>
              <a:t>shell </a:t>
            </a:r>
            <a:r>
              <a:rPr lang="en-US" altLang="zh-CN" smtClean="0"/>
              <a:t>sync</a:t>
            </a:r>
          </a:p>
          <a:p>
            <a:endParaRPr lang="en-US" altLang="zh-CN"/>
          </a:p>
          <a:p>
            <a:r>
              <a:rPr lang="zh-CN" altLang="en-US" smtClean="0"/>
              <a:t>大致说明一下：先删除</a:t>
            </a:r>
            <a:r>
              <a:rPr lang="en-US" altLang="zh-CN" smtClean="0"/>
              <a:t>conf</a:t>
            </a:r>
            <a:r>
              <a:rPr lang="zh-CN" altLang="en-US" smtClean="0"/>
              <a:t>文件再</a:t>
            </a:r>
            <a:r>
              <a:rPr lang="en-US" altLang="zh-CN" smtClean="0"/>
              <a:t>push</a:t>
            </a:r>
            <a:r>
              <a:rPr lang="zh-CN" altLang="en-US" smtClean="0"/>
              <a:t>，确保更新了该文件；给权限；删除</a:t>
            </a:r>
            <a:r>
              <a:rPr lang="en-US" altLang="zh-CN" smtClean="0"/>
              <a:t>sns.reg</a:t>
            </a:r>
            <a:r>
              <a:rPr lang="zh-CN" altLang="en-US"/>
              <a:t>；</a:t>
            </a:r>
            <a:r>
              <a:rPr lang="zh-CN" altLang="en-US" smtClean="0"/>
              <a:t>执行</a:t>
            </a:r>
            <a:r>
              <a:rPr lang="en-US" altLang="zh-CN" smtClean="0"/>
              <a:t>sync</a:t>
            </a:r>
            <a:r>
              <a:rPr lang="zh-CN" altLang="en-US" smtClean="0"/>
              <a:t>；最后还要重启设备，使设备重新生成</a:t>
            </a:r>
            <a:r>
              <a:rPr lang="en-US" altLang="zh-CN" smtClean="0"/>
              <a:t>sns.reg</a:t>
            </a:r>
            <a:r>
              <a:rPr lang="zh-CN" altLang="en-US" smtClean="0"/>
              <a:t>注册表</a:t>
            </a:r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89020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2. sensor</a:t>
            </a:r>
            <a:r>
              <a:rPr lang="zh-CN" altLang="en-US" smtClean="0"/>
              <a:t>一些相关</a:t>
            </a:r>
            <a:r>
              <a:rPr lang="en-US" altLang="zh-CN" smtClean="0"/>
              <a:t>log</a:t>
            </a:r>
          </a:p>
          <a:p>
            <a:r>
              <a:rPr lang="en-US" altLang="zh-CN"/>
              <a:t>sns_regedit_ssi  </a:t>
            </a:r>
            <a:r>
              <a:rPr lang="en-US" altLang="zh-CN"/>
              <a:t>–</a:t>
            </a:r>
            <a:r>
              <a:rPr lang="en-US" altLang="zh-CN" smtClean="0"/>
              <a:t>r</a:t>
            </a:r>
          </a:p>
          <a:p>
            <a:r>
              <a:rPr lang="zh-CN" altLang="en-US" smtClean="0"/>
              <a:t>查看</a:t>
            </a:r>
            <a:r>
              <a:rPr lang="en-US" altLang="zh-CN" smtClean="0"/>
              <a:t>sensor</a:t>
            </a:r>
            <a:r>
              <a:rPr lang="zh-CN" altLang="en-US" smtClean="0"/>
              <a:t>配置，用于检查设备中的配置文件是否正确更新，信息是否正确。</a:t>
            </a:r>
            <a:r>
              <a:rPr lang="en-US" altLang="zh-CN" smtClean="0"/>
              <a:t>conf</a:t>
            </a:r>
            <a:r>
              <a:rPr lang="zh-CN" altLang="en-US" smtClean="0"/>
              <a:t>文件的书写规则允许重复定义，导致前面写的配置被后面的顶掉；或是同种</a:t>
            </a:r>
            <a:r>
              <a:rPr lang="en-US" altLang="zh-CN" smtClean="0"/>
              <a:t>sensor</a:t>
            </a:r>
            <a:r>
              <a:rPr lang="zh-CN" altLang="en-US" smtClean="0"/>
              <a:t>写了好几个导致冲突。</a:t>
            </a:r>
            <a:endParaRPr lang="en-US" altLang="zh-CN" smtClean="0"/>
          </a:p>
          <a:p>
            <a:endParaRPr lang="en-US" altLang="zh-CN" smtClean="0"/>
          </a:p>
          <a:p>
            <a:r>
              <a:rPr lang="en-US" altLang="zh-CN" smtClean="0"/>
              <a:t>sns_dsps_tc0001</a:t>
            </a:r>
          </a:p>
          <a:p>
            <a:r>
              <a:rPr lang="zh-CN" altLang="en-US" smtClean="0"/>
              <a:t>查看加载成功的</a:t>
            </a:r>
            <a:r>
              <a:rPr lang="en-US" altLang="zh-CN" smtClean="0"/>
              <a:t>sensor</a:t>
            </a:r>
            <a:r>
              <a:rPr lang="zh-CN" altLang="en-US" smtClean="0"/>
              <a:t>，用于检查</a:t>
            </a:r>
            <a:r>
              <a:rPr lang="en-US" altLang="zh-CN" smtClean="0"/>
              <a:t>sensor</a:t>
            </a:r>
            <a:r>
              <a:rPr lang="zh-CN" altLang="en-US" smtClean="0"/>
              <a:t>有没有点亮。通常我们用</a:t>
            </a:r>
            <a:r>
              <a:rPr lang="en-US" altLang="zh-CN" smtClean="0"/>
              <a:t>sensor apk</a:t>
            </a:r>
            <a:r>
              <a:rPr lang="zh-CN" altLang="en-US" smtClean="0"/>
              <a:t>看即可</a:t>
            </a:r>
            <a:endParaRPr lang="en-US" altLang="zh-CN" smtClean="0"/>
          </a:p>
          <a:p>
            <a:endParaRPr lang="en-US" altLang="zh-CN"/>
          </a:p>
          <a:p>
            <a:r>
              <a:rPr lang="zh-CN" altLang="en-US" smtClean="0"/>
              <a:t>抓取</a:t>
            </a:r>
            <a:r>
              <a:rPr lang="en-US" altLang="zh-CN" smtClean="0"/>
              <a:t>QXDM log</a:t>
            </a:r>
          </a:p>
          <a:p>
            <a:r>
              <a:rPr lang="en-US" altLang="zh-CN" smtClean="0"/>
              <a:t>adb </a:t>
            </a:r>
            <a:r>
              <a:rPr lang="en-US" altLang="zh-CN"/>
              <a:t>shell stop sensors</a:t>
            </a:r>
          </a:p>
          <a:p>
            <a:r>
              <a:rPr lang="en-US" altLang="zh-CN" smtClean="0"/>
              <a:t>adb </a:t>
            </a:r>
            <a:r>
              <a:rPr lang="en-US" altLang="zh-CN"/>
              <a:t>shell "echo 'related' &gt; /sys/bus/msm_subsys/devices/subsys2/restart_level"</a:t>
            </a:r>
          </a:p>
          <a:p>
            <a:r>
              <a:rPr lang="en-US" altLang="zh-CN" smtClean="0"/>
              <a:t>adb </a:t>
            </a:r>
            <a:r>
              <a:rPr lang="en-US" altLang="zh-CN"/>
              <a:t>shell "echo 'restart' &gt; /sys/kernel/debug/msm_subsys/adsp"</a:t>
            </a:r>
          </a:p>
          <a:p>
            <a:r>
              <a:rPr lang="en-US" altLang="zh-CN" smtClean="0"/>
              <a:t>adb </a:t>
            </a:r>
            <a:r>
              <a:rPr lang="en-US" altLang="zh-CN"/>
              <a:t>shell start sensors</a:t>
            </a:r>
          </a:p>
          <a:p>
            <a:r>
              <a:rPr lang="zh-CN" altLang="en-US" smtClean="0"/>
              <a:t>可以看到</a:t>
            </a:r>
            <a:r>
              <a:rPr lang="en-US" altLang="zh-CN" smtClean="0"/>
              <a:t>sensor</a:t>
            </a:r>
            <a:r>
              <a:rPr lang="zh-CN" altLang="en-US" smtClean="0"/>
              <a:t>的驱动文件有没有运行，这里一般不会出错。如果没有运行，多半要检查合入</a:t>
            </a:r>
            <a:r>
              <a:rPr lang="en-US" altLang="zh-CN" smtClean="0"/>
              <a:t>sensor</a:t>
            </a:r>
            <a:r>
              <a:rPr lang="zh-CN" altLang="en-US" smtClean="0"/>
              <a:t>的步骤有没有错误。</a:t>
            </a:r>
            <a:endParaRPr lang="en-US" altLang="zh-CN" smtClean="0"/>
          </a:p>
        </p:txBody>
      </p:sp>
    </p:spTree>
    <p:extLst>
      <p:ext uri="{BB962C8B-B14F-4D97-AF65-F5344CB8AC3E}">
        <p14:creationId xmlns:p14="http://schemas.microsoft.com/office/powerpoint/2010/main" val="33355749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3. </a:t>
            </a:r>
            <a:r>
              <a:rPr lang="zh-CN" altLang="en-US" smtClean="0"/>
              <a:t>常见问题</a:t>
            </a:r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sensor</a:t>
            </a:r>
            <a:r>
              <a:rPr lang="zh-CN" altLang="en-US" smtClean="0">
                <a:solidFill>
                  <a:srgbClr val="FF0000"/>
                </a:solidFill>
              </a:rPr>
              <a:t>点不亮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en-US" altLang="zh-CN" smtClean="0"/>
              <a:t>1</a:t>
            </a:r>
            <a:r>
              <a:rPr lang="zh-CN" altLang="en-US" smtClean="0"/>
              <a:t>）先检查硬件上</a:t>
            </a:r>
            <a:r>
              <a:rPr lang="en-US" altLang="zh-CN" smtClean="0"/>
              <a:t>sensor</a:t>
            </a:r>
            <a:r>
              <a:rPr lang="zh-CN" altLang="en-US" smtClean="0"/>
              <a:t>的</a:t>
            </a:r>
            <a:r>
              <a:rPr lang="en-US" altLang="zh-CN" smtClean="0"/>
              <a:t>i2c</a:t>
            </a:r>
            <a:r>
              <a:rPr lang="zh-CN" altLang="en-US"/>
              <a:t>和</a:t>
            </a:r>
            <a:r>
              <a:rPr lang="zh-CN" altLang="en-US" smtClean="0"/>
              <a:t>供电有没有正常上拉</a:t>
            </a:r>
            <a:endParaRPr lang="en-US" altLang="zh-CN" smtClean="0"/>
          </a:p>
          <a:p>
            <a:r>
              <a:rPr lang="en-US" altLang="zh-CN" smtClean="0"/>
              <a:t>2</a:t>
            </a:r>
            <a:r>
              <a:rPr lang="zh-CN" altLang="en-US" smtClean="0"/>
              <a:t>）检查配置的</a:t>
            </a:r>
            <a:r>
              <a:rPr lang="en-US" altLang="zh-CN" smtClean="0"/>
              <a:t>i2c</a:t>
            </a:r>
            <a:r>
              <a:rPr lang="zh-CN" altLang="en-US" smtClean="0"/>
              <a:t>和</a:t>
            </a:r>
            <a:r>
              <a:rPr lang="en-US" altLang="zh-CN" smtClean="0"/>
              <a:t>slave_address</a:t>
            </a:r>
            <a:r>
              <a:rPr lang="zh-CN" altLang="en-US" smtClean="0"/>
              <a:t>。如果</a:t>
            </a:r>
            <a:r>
              <a:rPr lang="en-US" altLang="zh-CN" smtClean="0"/>
              <a:t>i2c</a:t>
            </a:r>
            <a:r>
              <a:rPr lang="zh-CN" altLang="en-US" smtClean="0"/>
              <a:t>和器件地址都没有问题，则考虑是不是被占用或配错，不同系统和</a:t>
            </a:r>
            <a:r>
              <a:rPr lang="zh-CN" altLang="en-US"/>
              <a:t>芯片</a:t>
            </a:r>
            <a:r>
              <a:rPr lang="zh-CN" altLang="en-US" smtClean="0"/>
              <a:t>，总线配置的位置略有差异，这里以</a:t>
            </a:r>
            <a:r>
              <a:rPr lang="en-US" altLang="zh-CN" smtClean="0"/>
              <a:t>8953</a:t>
            </a:r>
            <a:r>
              <a:rPr lang="zh-CN" altLang="en-US" smtClean="0"/>
              <a:t>安卓</a:t>
            </a:r>
            <a:r>
              <a:rPr lang="en-US" altLang="zh-CN" smtClean="0"/>
              <a:t>10</a:t>
            </a:r>
            <a:r>
              <a:rPr lang="zh-CN" altLang="en-US" smtClean="0"/>
              <a:t>为例：</a:t>
            </a:r>
            <a:endParaRPr lang="en-US" altLang="zh-CN" smtClean="0"/>
          </a:p>
          <a:p>
            <a:r>
              <a:rPr lang="en-US" altLang="zh-CN" smtClean="0"/>
              <a:t>TZ.BF.4.0.5/trustzone_images/core/buses/qup_accesscontrol/bear/config/</a:t>
            </a:r>
          </a:p>
          <a:p>
            <a:r>
              <a:rPr lang="en-US" altLang="zh-CN" smtClean="0"/>
              <a:t>3</a:t>
            </a:r>
            <a:r>
              <a:rPr lang="zh-CN" altLang="en-US" smtClean="0"/>
              <a:t>）看下</a:t>
            </a:r>
            <a:r>
              <a:rPr lang="en-US" altLang="zh-CN" smtClean="0"/>
              <a:t>adsp</a:t>
            </a:r>
            <a:r>
              <a:rPr lang="zh-CN" altLang="en-US" smtClean="0"/>
              <a:t>是否正常工作。如果使用</a:t>
            </a:r>
            <a:r>
              <a:rPr lang="en-US" altLang="zh-CN" smtClean="0"/>
              <a:t>sns</a:t>
            </a:r>
            <a:r>
              <a:rPr lang="zh-CN" altLang="en-US" smtClean="0"/>
              <a:t>命令报错，或者在</a:t>
            </a:r>
            <a:r>
              <a:rPr lang="en-US" altLang="zh-CN" smtClean="0"/>
              <a:t>sensor apk</a:t>
            </a:r>
            <a:r>
              <a:rPr lang="zh-CN" altLang="en-US" smtClean="0"/>
              <a:t>中点击声音传感器闪退</a:t>
            </a:r>
            <a:r>
              <a:rPr lang="zh-CN" altLang="en-US" smtClean="0"/>
              <a:t>，则说明</a:t>
            </a:r>
            <a:r>
              <a:rPr lang="en-US" altLang="zh-CN" smtClean="0"/>
              <a:t>adsp</a:t>
            </a:r>
            <a:r>
              <a:rPr lang="zh-CN" altLang="en-US" smtClean="0"/>
              <a:t>挂了，一般检查</a:t>
            </a:r>
            <a:r>
              <a:rPr lang="en-US" altLang="zh-CN" smtClean="0"/>
              <a:t>bp</a:t>
            </a:r>
            <a:r>
              <a:rPr lang="zh-CN" altLang="en-US" smtClean="0"/>
              <a:t>侧编译脚本有没有用错，</a:t>
            </a:r>
            <a:r>
              <a:rPr lang="en-US" altLang="zh-CN" smtClean="0"/>
              <a:t>wifi</a:t>
            </a:r>
            <a:r>
              <a:rPr lang="zh-CN" altLang="en-US" smtClean="0"/>
              <a:t>版、</a:t>
            </a:r>
            <a:r>
              <a:rPr lang="en-US" altLang="zh-CN" smtClean="0"/>
              <a:t>4G</a:t>
            </a:r>
            <a:r>
              <a:rPr lang="zh-CN" altLang="en-US" smtClean="0"/>
              <a:t>版和普通版是不通用的。</a:t>
            </a:r>
            <a:endParaRPr lang="en-US" altLang="zh-CN" smtClean="0"/>
          </a:p>
          <a:p>
            <a:r>
              <a:rPr lang="zh-CN" altLang="en-US" smtClean="0"/>
              <a:t>特别的：如果在</a:t>
            </a:r>
            <a:r>
              <a:rPr lang="en-US" altLang="zh-CN" smtClean="0"/>
              <a:t>8953</a:t>
            </a:r>
            <a:r>
              <a:rPr lang="zh-CN" altLang="en-US" smtClean="0"/>
              <a:t>安卓</a:t>
            </a:r>
            <a:r>
              <a:rPr lang="en-US" altLang="zh-CN" smtClean="0"/>
              <a:t>7</a:t>
            </a:r>
            <a:r>
              <a:rPr lang="zh-CN" altLang="en-US" smtClean="0"/>
              <a:t>中出现这种情况，则可能是因为编译的</a:t>
            </a:r>
            <a:r>
              <a:rPr lang="en-US" altLang="zh-CN" smtClean="0"/>
              <a:t>sensor</a:t>
            </a:r>
            <a:r>
              <a:rPr lang="zh-CN" altLang="en-US" smtClean="0"/>
              <a:t>太多导致，需要增加相关宏控</a:t>
            </a:r>
            <a:endParaRPr lang="en-US" altLang="zh-CN" smtClean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86" y="3438384"/>
            <a:ext cx="720090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967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3. </a:t>
            </a:r>
            <a:r>
              <a:rPr lang="zh-CN" altLang="en-US" smtClean="0"/>
              <a:t>常见问题</a:t>
            </a:r>
            <a:endParaRPr lang="en-US" altLang="zh-CN" smtClean="0"/>
          </a:p>
          <a:p>
            <a:r>
              <a:rPr lang="en-US" altLang="zh-CN" smtClean="0"/>
              <a:t>4</a:t>
            </a:r>
            <a:r>
              <a:rPr lang="zh-CN" altLang="en-US" smtClean="0"/>
              <a:t>）</a:t>
            </a:r>
            <a:r>
              <a:rPr lang="en-US" altLang="zh-CN" smtClean="0"/>
              <a:t>sensor</a:t>
            </a:r>
            <a:r>
              <a:rPr lang="zh-CN" altLang="en-US" smtClean="0"/>
              <a:t>量不到电</a:t>
            </a:r>
            <a:r>
              <a:rPr lang="en-US" altLang="zh-CN" smtClean="0"/>
              <a:t>/</a:t>
            </a:r>
            <a:r>
              <a:rPr lang="zh-CN" altLang="en-US" smtClean="0"/>
              <a:t>掉电：掉电一般会导致</a:t>
            </a:r>
            <a:r>
              <a:rPr lang="en-US" altLang="zh-CN" smtClean="0"/>
              <a:t>ADSP crash</a:t>
            </a:r>
            <a:r>
              <a:rPr lang="zh-CN" altLang="en-US" smtClean="0"/>
              <a:t>，系统会死机，常见解决办法是换用其它高通推荐的电，或者是在</a:t>
            </a:r>
            <a:r>
              <a:rPr lang="en-US" altLang="zh-CN"/>
              <a:t>RPM</a:t>
            </a:r>
            <a:r>
              <a:rPr lang="zh-CN" altLang="en-US" smtClean="0"/>
              <a:t>中把对应的电置为</a:t>
            </a:r>
            <a:r>
              <a:rPr lang="en-US" altLang="zh-CN" smtClean="0"/>
              <a:t>AWAYS_ON</a:t>
            </a:r>
            <a:r>
              <a:rPr lang="zh-CN" altLang="en-US" smtClean="0"/>
              <a:t>，路径位于：</a:t>
            </a:r>
            <a:r>
              <a:rPr lang="en-US" altLang="zh-CN" smtClean="0"/>
              <a:t>RPM.BF.2.4/rpm_proc/core/systemdrivers/pmic/config/msm8953/pm8953/pm_config_target.c</a:t>
            </a:r>
          </a:p>
          <a:p>
            <a:endParaRPr lang="en-US" altLang="zh-CN" smtClean="0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endParaRPr lang="en-US" altLang="zh-CN"/>
          </a:p>
          <a:p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sensor</a:t>
            </a:r>
            <a:r>
              <a:rPr lang="zh-CN" altLang="en-US" smtClean="0">
                <a:solidFill>
                  <a:srgbClr val="FF0000"/>
                </a:solidFill>
              </a:rPr>
              <a:t>无数据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en-US" altLang="zh-CN" smtClean="0"/>
              <a:t>1</a:t>
            </a:r>
            <a:r>
              <a:rPr lang="zh-CN" altLang="en-US" smtClean="0"/>
              <a:t>）配置为中断模式却没有配中断</a:t>
            </a:r>
            <a:r>
              <a:rPr lang="en-US" altLang="zh-CN" smtClean="0"/>
              <a:t>gpio</a:t>
            </a:r>
          </a:p>
          <a:p>
            <a:r>
              <a:rPr lang="en-US" altLang="zh-CN" smtClean="0"/>
              <a:t>2</a:t>
            </a:r>
            <a:r>
              <a:rPr lang="zh-CN" altLang="en-US" smtClean="0"/>
              <a:t>）配置为轮询模式却配了中断</a:t>
            </a:r>
            <a:r>
              <a:rPr lang="en-US" altLang="zh-CN" smtClean="0"/>
              <a:t>gpio</a:t>
            </a:r>
          </a:p>
          <a:p>
            <a:r>
              <a:rPr lang="en-US" altLang="zh-CN" smtClean="0"/>
              <a:t>3</a:t>
            </a:r>
            <a:r>
              <a:rPr lang="zh-CN" altLang="en-US" smtClean="0"/>
              <a:t>）</a:t>
            </a:r>
            <a:r>
              <a:rPr lang="en-US" altLang="zh-CN" smtClean="0"/>
              <a:t>data_type</a:t>
            </a:r>
            <a:r>
              <a:rPr lang="zh-CN" altLang="en-US" smtClean="0"/>
              <a:t>或</a:t>
            </a:r>
            <a:r>
              <a:rPr lang="en-US" altLang="zh-CN"/>
              <a:t>sensor_id</a:t>
            </a:r>
            <a:r>
              <a:rPr lang="zh-CN" altLang="en-US" smtClean="0"/>
              <a:t>配置错误，导致系统识别的传感器种类与上报的数据类型不匹配</a:t>
            </a:r>
            <a:endParaRPr lang="en-US" altLang="zh-CN" smtClean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/>
          <a:srcRect r="12924"/>
          <a:stretch/>
        </p:blipFill>
        <p:spPr>
          <a:xfrm>
            <a:off x="586595" y="1982900"/>
            <a:ext cx="10797785" cy="266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6468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483079" y="776377"/>
            <a:ext cx="1133511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mtClean="0"/>
              <a:t>3. </a:t>
            </a:r>
            <a:r>
              <a:rPr lang="zh-CN" altLang="en-US" smtClean="0"/>
              <a:t>常见问题</a:t>
            </a:r>
            <a:endParaRPr lang="en-US" altLang="zh-CN" smtClean="0"/>
          </a:p>
          <a:p>
            <a:r>
              <a:rPr lang="en-US" altLang="zh-CN" smtClean="0">
                <a:solidFill>
                  <a:srgbClr val="FF0000"/>
                </a:solidFill>
              </a:rPr>
              <a:t>gpio</a:t>
            </a:r>
            <a:r>
              <a:rPr lang="zh-CN" altLang="en-US" smtClean="0">
                <a:solidFill>
                  <a:srgbClr val="FF0000"/>
                </a:solidFill>
              </a:rPr>
              <a:t>被占用</a:t>
            </a:r>
            <a:endParaRPr lang="en-US" altLang="zh-CN" smtClean="0">
              <a:solidFill>
                <a:srgbClr val="FF0000"/>
              </a:solidFill>
            </a:endParaRPr>
          </a:p>
          <a:p>
            <a:r>
              <a:rPr lang="en-US" altLang="zh-CN" smtClean="0"/>
              <a:t>conf</a:t>
            </a:r>
            <a:r>
              <a:rPr lang="zh-CN" altLang="en-US" smtClean="0"/>
              <a:t>文件中，每个芯片的最后有一个</a:t>
            </a:r>
            <a:r>
              <a:rPr lang="en-US" altLang="zh-CN"/>
              <a:t># SSI </a:t>
            </a:r>
            <a:r>
              <a:rPr lang="en-US" altLang="zh-CN"/>
              <a:t>GPIO </a:t>
            </a:r>
            <a:r>
              <a:rPr lang="en-US" altLang="zh-CN" smtClean="0"/>
              <a:t>configuration</a:t>
            </a:r>
            <a:r>
              <a:rPr lang="zh-CN" altLang="en-US" smtClean="0"/>
              <a:t>的配置栏，会占用</a:t>
            </a:r>
            <a:r>
              <a:rPr lang="en-US" altLang="zh-CN" smtClean="0"/>
              <a:t>GPIO</a:t>
            </a:r>
            <a:r>
              <a:rPr lang="zh-CN" altLang="en-US" smtClean="0"/>
              <a:t>，把其中的</a:t>
            </a:r>
            <a:r>
              <a:rPr lang="en-US" altLang="zh-CN"/>
              <a:t># </a:t>
            </a:r>
            <a:r>
              <a:rPr lang="en-US" altLang="zh-CN"/>
              <a:t>gpio </a:t>
            </a:r>
            <a:r>
              <a:rPr lang="en-US" altLang="zh-CN" smtClean="0"/>
              <a:t>num</a:t>
            </a:r>
            <a:r>
              <a:rPr lang="zh-CN" altLang="en-US" smtClean="0"/>
              <a:t>配置项全部改为</a:t>
            </a:r>
            <a:r>
              <a:rPr lang="en-US" altLang="zh-CN" smtClean="0"/>
              <a:t>0xFFFF</a:t>
            </a:r>
            <a:r>
              <a:rPr lang="zh-CN" altLang="en-US" smtClean="0"/>
              <a:t>即可。</a:t>
            </a:r>
            <a:endParaRPr lang="en-US" altLang="zh-CN" smtClean="0"/>
          </a:p>
          <a:p>
            <a:r>
              <a:rPr lang="en-US" altLang="zh-CN" smtClean="0"/>
              <a:t>ADSP</a:t>
            </a:r>
            <a:r>
              <a:rPr lang="zh-CN" altLang="en-US" smtClean="0"/>
              <a:t>中也会占用</a:t>
            </a:r>
            <a:r>
              <a:rPr lang="en-US" altLang="zh-CN" smtClean="0"/>
              <a:t>gpio</a:t>
            </a:r>
            <a:r>
              <a:rPr lang="zh-CN" altLang="en-US" smtClean="0"/>
              <a:t>，路径位于：</a:t>
            </a:r>
            <a:r>
              <a:rPr lang="en-US" altLang="zh-CN"/>
              <a:t> </a:t>
            </a:r>
            <a:endParaRPr lang="en-US" altLang="zh-CN" smtClean="0"/>
          </a:p>
          <a:p>
            <a:r>
              <a:rPr lang="en-US" altLang="zh-CN" smtClean="0"/>
              <a:t>ADSP.VT.3.0/adsp_proc/core/systemdrivers/tlmm/config/msm8953/</a:t>
            </a:r>
            <a:r>
              <a:rPr lang="zh-CN" altLang="en-US"/>
              <a:t>目录</a:t>
            </a:r>
            <a:r>
              <a:rPr lang="zh-CN" altLang="en-US" smtClean="0"/>
              <a:t>下，有数个</a:t>
            </a:r>
            <a:r>
              <a:rPr lang="en-US" altLang="zh-CN" smtClean="0"/>
              <a:t>PlatformIO_xxx.xml</a:t>
            </a:r>
            <a:r>
              <a:rPr lang="zh-CN" altLang="en-US" smtClean="0"/>
              <a:t>，根据机器使用的平台（</a:t>
            </a:r>
            <a:r>
              <a:rPr lang="en-US" altLang="zh-CN" smtClean="0"/>
              <a:t>QRD</a:t>
            </a:r>
            <a:r>
              <a:rPr lang="zh-CN" altLang="en-US" smtClean="0"/>
              <a:t>或</a:t>
            </a:r>
            <a:r>
              <a:rPr lang="en-US" altLang="zh-CN" smtClean="0"/>
              <a:t>MTP</a:t>
            </a:r>
            <a:r>
              <a:rPr lang="zh-CN" altLang="en-US" smtClean="0"/>
              <a:t>等）注掉相关文件中的被占用</a:t>
            </a:r>
            <a:r>
              <a:rPr lang="en-US" altLang="zh-CN" smtClean="0"/>
              <a:t>gpio</a:t>
            </a:r>
            <a:r>
              <a:rPr lang="zh-CN" altLang="en-US" smtClean="0"/>
              <a:t>即可。</a:t>
            </a:r>
            <a:endParaRPr lang="en-US" altLang="zh-CN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633" y="2807702"/>
            <a:ext cx="6572250" cy="2124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1331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46"/>
          <p:cNvSpPr txBox="1"/>
          <p:nvPr/>
        </p:nvSpPr>
        <p:spPr>
          <a:xfrm>
            <a:off x="2839456" y="2956560"/>
            <a:ext cx="6513088" cy="472440"/>
          </a:xfrm>
          <a:prstGeom prst="rect">
            <a:avLst/>
          </a:prstGeom>
          <a:noFill/>
        </p:spPr>
        <p:txBody>
          <a:bodyPr wrap="square" lIns="42789" tIns="21394" rIns="42789" bIns="21394" rtlCol="0">
            <a:spAutoFit/>
          </a:bodyPr>
          <a:lstStyle/>
          <a:p>
            <a:pPr algn="ctr"/>
            <a:r>
              <a:rPr lang="en-US" altLang="zh-CN" sz="2800" b="1" dirty="0">
                <a:solidFill>
                  <a:srgbClr val="C00000"/>
                </a:solidFill>
                <a:latin typeface="思源黑体 Bold" panose="020B0800000000000000" charset="-122"/>
                <a:ea typeface="思源黑体 Bold" panose="020B0800000000000000" charset="-122"/>
                <a:cs typeface="Times New Roman" panose="02020603050405020304" pitchFamily="18" charset="0"/>
              </a:rPr>
              <a:t>Thank you!</a:t>
            </a:r>
            <a:endParaRPr lang="zh-CN" altLang="en-US" sz="2800" b="1" dirty="0">
              <a:solidFill>
                <a:srgbClr val="C00000"/>
              </a:solidFill>
              <a:latin typeface="思源黑体 Bold" panose="020B0800000000000000" charset="-122"/>
              <a:ea typeface="思源黑体 Bold" panose="020B0800000000000000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7762</TotalTime>
  <Words>2681</Words>
  <Application>Microsoft Office PowerPoint</Application>
  <PresentationFormat>宽屏</PresentationFormat>
  <Paragraphs>319</Paragraphs>
  <Slides>27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等线</vt:lpstr>
      <vt:lpstr>黑体</vt:lpstr>
      <vt:lpstr>思源黑体 Bold</vt:lpstr>
      <vt:lpstr>思源黑体 CN Normal</vt:lpstr>
      <vt:lpstr>宋体</vt:lpstr>
      <vt:lpstr>微软雅黑</vt:lpstr>
      <vt:lpstr>Arial</vt:lpstr>
      <vt:lpstr>Calibri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黄 依雯</dc:creator>
  <cp:lastModifiedBy>admin</cp:lastModifiedBy>
  <cp:revision>763</cp:revision>
  <dcterms:created xsi:type="dcterms:W3CDTF">2020-05-11T05:39:00Z</dcterms:created>
  <dcterms:modified xsi:type="dcterms:W3CDTF">2022-02-17T09:01:27Z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2052-11.1.0.11115</vt:lpwstr>
  </property>
  <property fmtid="{D5CDD505-2E9C-101B-9397-08002B2CF9AE}" pid="3" name="ICV">
    <vt:lpwstr>E9E76D9CC6A640109C90ED0B61107FBD</vt:lpwstr>
  </property>
</Properties>
</file>