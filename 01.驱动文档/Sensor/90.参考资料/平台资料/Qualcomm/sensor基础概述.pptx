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3"/>
  </p:notesMasterIdLst>
  <p:sldIdLst>
    <p:sldId id="817" r:id="rId4"/>
    <p:sldId id="812" r:id="rId5"/>
    <p:sldId id="813" r:id="rId6"/>
    <p:sldId id="898" r:id="rId7"/>
    <p:sldId id="899" r:id="rId8"/>
    <p:sldId id="900" r:id="rId9"/>
    <p:sldId id="907" r:id="rId10"/>
    <p:sldId id="901" r:id="rId11"/>
    <p:sldId id="902" r:id="rId12"/>
    <p:sldId id="903" r:id="rId13"/>
    <p:sldId id="916" r:id="rId14"/>
    <p:sldId id="906" r:id="rId15"/>
    <p:sldId id="908" r:id="rId16"/>
    <p:sldId id="909" r:id="rId17"/>
    <p:sldId id="910" r:id="rId18"/>
    <p:sldId id="935" r:id="rId19"/>
    <p:sldId id="911" r:id="rId20"/>
    <p:sldId id="912" r:id="rId21"/>
    <p:sldId id="913" r:id="rId22"/>
    <p:sldId id="914" r:id="rId23"/>
    <p:sldId id="915" r:id="rId24"/>
    <p:sldId id="927" r:id="rId25"/>
    <p:sldId id="929" r:id="rId26"/>
    <p:sldId id="930" r:id="rId27"/>
    <p:sldId id="931" r:id="rId28"/>
    <p:sldId id="937" r:id="rId29"/>
    <p:sldId id="936" r:id="rId30"/>
    <p:sldId id="932" r:id="rId31"/>
    <p:sldId id="89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00"/>
    <a:srgbClr val="F51B55"/>
    <a:srgbClr val="A8BE11"/>
    <a:srgbClr val="00AAB4"/>
    <a:srgbClr val="C00000"/>
    <a:srgbClr val="FF2D2D"/>
    <a:srgbClr val="FF0D0D"/>
    <a:srgbClr val="848CA0"/>
    <a:srgbClr val="DF7F7F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>
        <p:scale>
          <a:sx n="100" d="100"/>
          <a:sy n="100" d="100"/>
        </p:scale>
        <p:origin x="996" y="180"/>
      </p:cViewPr>
      <p:guideLst>
        <p:guide orient="horz" pos="2160"/>
        <p:guide pos="38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9220A-73E9-4B9C-9E3B-53973F2386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7139-2570-43E3-9B5D-C7820EC1FC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C6EB1-B022-4CFA-AE36-428DB5F3EA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E30F4-2ED6-4D88-9E0D-51AAAA6772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7C486-FC03-4B87-BF74-82AA163C27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EC03B-2489-4B58-A4FB-5CC03AB63A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56962" y="2543053"/>
            <a:ext cx="9078076" cy="76835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4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sensor</a:t>
            </a:r>
            <a:r>
              <a:rPr lang="zh-CN" altLang="en-US" sz="4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基础概述</a:t>
            </a:r>
            <a:endParaRPr lang="zh-CN" altLang="en-US" sz="4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Documents and Settings\Administrator\桌面\ppt-29.pn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>
            <a:lum bright="24000" contrast="-6000"/>
          </a:blip>
          <a:srcRect/>
          <a:stretch>
            <a:fillRect/>
          </a:stretch>
        </p:blipFill>
        <p:spPr bwMode="auto">
          <a:xfrm>
            <a:off x="331418" y="1166435"/>
            <a:ext cx="4300200" cy="4525433"/>
          </a:xfrm>
          <a:prstGeom prst="rect">
            <a:avLst/>
          </a:prstGeom>
          <a:noFill/>
        </p:spPr>
      </p:pic>
      <p:grpSp>
        <p:nvGrpSpPr>
          <p:cNvPr id="5" name="Group 21出自【趣你的PPT】(微信:qunideppt)：最优质的PPT资源库"/>
          <p:cNvGrpSpPr/>
          <p:nvPr/>
        </p:nvGrpSpPr>
        <p:grpSpPr>
          <a:xfrm>
            <a:off x="5411710" y="1684839"/>
            <a:ext cx="4937771" cy="469486"/>
            <a:chOff x="3729037" y="2368156"/>
            <a:chExt cx="4477307" cy="469484"/>
          </a:xfrm>
          <a:noFill/>
        </p:grpSpPr>
        <p:sp>
          <p:nvSpPr>
            <p:cNvPr id="7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600" y="2377267"/>
              <a:ext cx="3079744" cy="46037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SSC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架构与</a:t>
              </a:r>
              <a:r>
                <a:rPr lang="en-US" altLang="zh-CN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SEE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架构</a:t>
              </a:r>
              <a:endParaRPr lang="zh-CN" altLang="en-US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8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7" y="2368156"/>
              <a:ext cx="1197055" cy="46037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01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Group 22出自【趣你的PPT】(微信:qunideppt)：最优质的PPT资源库"/>
          <p:cNvGrpSpPr/>
          <p:nvPr/>
        </p:nvGrpSpPr>
        <p:grpSpPr>
          <a:xfrm>
            <a:off x="5411711" y="2719330"/>
            <a:ext cx="5263549" cy="462158"/>
            <a:chOff x="3729038" y="3075246"/>
            <a:chExt cx="4772706" cy="462157"/>
          </a:xfrm>
          <a:noFill/>
        </p:grpSpPr>
        <p:sp>
          <p:nvSpPr>
            <p:cNvPr id="10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599" y="3077029"/>
              <a:ext cx="3375145" cy="4603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SEE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架构驱动移植</a:t>
              </a:r>
              <a:endParaRPr lang="zh-CN" altLang="en-US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1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8" y="3075246"/>
              <a:ext cx="1286878" cy="4603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23出自【趣你的PPT】(微信:qunideppt)：最优质的PPT资源库"/>
          <p:cNvGrpSpPr/>
          <p:nvPr/>
        </p:nvGrpSpPr>
        <p:grpSpPr>
          <a:xfrm>
            <a:off x="5411712" y="3682991"/>
            <a:ext cx="4937769" cy="482600"/>
            <a:chOff x="3729038" y="3778392"/>
            <a:chExt cx="4477306" cy="482601"/>
          </a:xfrm>
          <a:noFill/>
        </p:grpSpPr>
        <p:sp>
          <p:nvSpPr>
            <p:cNvPr id="14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599" y="3778392"/>
              <a:ext cx="307974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SEE sensor </a:t>
              </a:r>
              <a:r>
                <a:rPr lang="zh-CN" altLang="en-US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调试</a:t>
              </a:r>
              <a:endParaRPr lang="zh-CN" altLang="en-US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8" y="3800617"/>
              <a:ext cx="119705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03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矩形 45"/>
          <p:cNvSpPr/>
          <p:nvPr/>
        </p:nvSpPr>
        <p:spPr>
          <a:xfrm flipH="1" flipV="1">
            <a:off x="5516487" y="2129008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flipH="1" flipV="1">
            <a:off x="5516487" y="3161519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flipH="1" flipV="1">
            <a:off x="5516487" y="4153388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23出自【趣你的PPT】(微信:qunideppt)：最优质的PPT资源库"/>
          <p:cNvGrpSpPr/>
          <p:nvPr/>
        </p:nvGrpSpPr>
        <p:grpSpPr>
          <a:xfrm>
            <a:off x="5411712" y="4606636"/>
            <a:ext cx="4937769" cy="482600"/>
            <a:chOff x="3729038" y="3778392"/>
            <a:chExt cx="4477306" cy="482601"/>
          </a:xfrm>
          <a:noFill/>
        </p:grpSpPr>
        <p:sp>
          <p:nvSpPr>
            <p:cNvPr id="18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599" y="3778392"/>
              <a:ext cx="307974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4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小结</a:t>
              </a:r>
              <a:endParaRPr lang="zh-CN" altLang="en-US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9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8" y="3800617"/>
              <a:ext cx="119705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04</a:t>
              </a:r>
              <a:endParaRPr lang="en-US" altLang="zh-CN" sz="2400" b="1" kern="0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 flipH="1" flipV="1">
            <a:off x="5516487" y="5077033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1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1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</a:t>
              </a: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架构介绍</a:t>
              </a:r>
              <a:endParaRPr lang="zh-CN" altLang="en-US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01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6895" y="704215"/>
            <a:ext cx="30422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</a:t>
            </a:r>
            <a:r>
              <a:rPr lang="zh-CN" altLang="en-US" sz="3200">
                <a:latin typeface="+mn-ea"/>
                <a:cs typeface="+mn-ea"/>
              </a:rPr>
              <a:t>、概述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8655" y="1434465"/>
            <a:ext cx="108451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目前接触到的高通平台的</a:t>
            </a:r>
            <a:r>
              <a:rPr lang="en-US" altLang="zh-CN"/>
              <a:t>sensor</a:t>
            </a:r>
            <a:r>
              <a:rPr lang="zh-CN" altLang="en-US"/>
              <a:t>主要是</a:t>
            </a:r>
            <a:r>
              <a:rPr lang="en-US" altLang="zh-CN"/>
              <a:t>SSC</a:t>
            </a:r>
            <a:r>
              <a:rPr lang="zh-CN" altLang="en-US"/>
              <a:t>架构和</a:t>
            </a:r>
            <a:r>
              <a:rPr lang="en-US" altLang="zh-CN"/>
              <a:t>SEE</a:t>
            </a:r>
            <a:r>
              <a:rPr lang="zh-CN" altLang="en-US"/>
              <a:t>架构，在早期的平台比如</a:t>
            </a:r>
            <a:r>
              <a:rPr lang="en-US" altLang="zh-CN"/>
              <a:t>MSM8953</a:t>
            </a:r>
            <a:r>
              <a:rPr lang="zh-CN" altLang="en-US"/>
              <a:t>系列</a:t>
            </a:r>
            <a:r>
              <a:rPr lang="en-US" altLang="zh-CN"/>
              <a:t>SDM660</a:t>
            </a:r>
            <a:r>
              <a:rPr lang="zh-CN" altLang="en-US"/>
              <a:t>等使用的是</a:t>
            </a:r>
            <a:r>
              <a:rPr lang="en-US" altLang="zh-CN"/>
              <a:t>SSC</a:t>
            </a:r>
            <a:r>
              <a:rPr lang="zh-CN" altLang="en-US"/>
              <a:t>架构，比较新一点的平台比如</a:t>
            </a:r>
            <a:r>
              <a:rPr lang="en-US" altLang="zh-CN"/>
              <a:t>SM6350</a:t>
            </a:r>
            <a:r>
              <a:rPr lang="zh-CN" altLang="en-US"/>
              <a:t>、</a:t>
            </a:r>
            <a:r>
              <a:rPr lang="en-US" altLang="zh-CN"/>
              <a:t>QCM6490</a:t>
            </a:r>
            <a:r>
              <a:rPr lang="zh-CN" altLang="en-US"/>
              <a:t>等使用的则是</a:t>
            </a:r>
            <a:r>
              <a:rPr lang="en-US" altLang="zh-CN"/>
              <a:t>SEE</a:t>
            </a:r>
            <a:r>
              <a:rPr lang="zh-CN" altLang="en-US"/>
              <a:t>架构，新架构相比老架构相比，在基础调试方面新架构更容易上手更容易理解，而架构则相对繁琐一些；在代码方面，新架构则会更难理解一些。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从下面的对比图中我们可以对两种框架的不同略窥一二，要想深入理解两种架构的不同和各自的特点、优缺点，则需要去花费时间跟踪代码才行。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581660"/>
            <a:ext cx="7962900" cy="5459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74315" y="394970"/>
            <a:ext cx="676275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SEE</a:t>
              </a: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架构</a:t>
              </a: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</a:t>
              </a: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移植</a:t>
              </a:r>
              <a:endParaRPr lang="zh-CN" altLang="en-US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3730" y="687070"/>
            <a:ext cx="36785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2</a:t>
            </a:r>
            <a:r>
              <a:rPr lang="zh-CN" altLang="en-US" sz="3200"/>
              <a:t>、</a:t>
            </a:r>
            <a:r>
              <a:rPr lang="en-US" altLang="zh-CN" sz="3200"/>
              <a:t>SEE</a:t>
            </a:r>
            <a:r>
              <a:rPr lang="zh-CN" altLang="en-US" sz="3200"/>
              <a:t>架构调试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771525" y="1615440"/>
            <a:ext cx="1044194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这一部分主要介绍</a:t>
            </a:r>
            <a:r>
              <a:rPr lang="en-US" altLang="zh-CN"/>
              <a:t>SEE</a:t>
            </a:r>
            <a:r>
              <a:rPr lang="zh-CN" altLang="en-US"/>
              <a:t>架构</a:t>
            </a:r>
            <a:r>
              <a:rPr lang="en-US" altLang="zh-CN"/>
              <a:t>sensor</a:t>
            </a:r>
            <a:r>
              <a:rPr lang="zh-CN" altLang="en-US"/>
              <a:t>的移植方法，穿插一些可能遇到的问题。</a:t>
            </a:r>
            <a:r>
              <a:rPr lang="en-US" altLang="zh-CN"/>
              <a:t>SSC</a:t>
            </a:r>
            <a:r>
              <a:rPr lang="zh-CN" altLang="en-US"/>
              <a:t>架构的移植方法可以参考</a:t>
            </a:r>
            <a:r>
              <a:rPr lang="en-US" altLang="zh-CN"/>
              <a:t>SLM758</a:t>
            </a:r>
            <a:r>
              <a:rPr lang="zh-CN" altLang="en-US"/>
              <a:t>模块</a:t>
            </a:r>
            <a:r>
              <a:rPr lang="en-US" altLang="zh-CN"/>
              <a:t>sensor</a:t>
            </a:r>
            <a:r>
              <a:rPr lang="zh-CN" altLang="en-US"/>
              <a:t>说明，里面关于移植的流程和相关的定义都介绍的很清楚，基本的移植和简单的调试参考该文档完全够用，复杂一些的需要针对问题具体分析，追踪代码查找问题并解决。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\\192.168.0.86\软件部\软件部资料\技术分享\驱动领域\驱动组学习文档\学习文档-张吴锐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这里以</a:t>
            </a:r>
            <a:r>
              <a:rPr lang="en-US" altLang="zh-CN"/>
              <a:t>SRM930</a:t>
            </a:r>
            <a:r>
              <a:rPr lang="zh-CN" altLang="en-US"/>
              <a:t>项目为例介绍下移植流程，选择的传感器类型是二合一</a:t>
            </a:r>
            <a:r>
              <a:rPr lang="en-US" altLang="zh-CN"/>
              <a:t>G-sensor BMI160</a:t>
            </a:r>
            <a:r>
              <a:rPr lang="zh-CN" altLang="en-US"/>
              <a:t>，也是我们最常见的一个型号，具有代表性。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4055" y="704215"/>
            <a:ext cx="317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 </a:t>
            </a:r>
            <a:r>
              <a:rPr lang="zh-CN" altLang="en-US"/>
              <a:t>编译环境相关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635" y="1168400"/>
            <a:ext cx="105625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在</a:t>
            </a:r>
            <a:r>
              <a:rPr lang="en-US" altLang="zh-CN"/>
              <a:t>SEE</a:t>
            </a:r>
            <a:r>
              <a:rPr lang="zh-CN" altLang="en-US"/>
              <a:t>架构中，</a:t>
            </a:r>
            <a:r>
              <a:rPr lang="en-US" altLang="zh-CN"/>
              <a:t>BP</a:t>
            </a:r>
            <a:r>
              <a:rPr lang="zh-CN" altLang="en-US"/>
              <a:t>侧的</a:t>
            </a:r>
            <a:r>
              <a:rPr lang="en-US" altLang="zh-CN"/>
              <a:t>sensor</a:t>
            </a:r>
            <a:r>
              <a:rPr lang="zh-CN" altLang="en-US"/>
              <a:t>被放在了</a:t>
            </a:r>
            <a:r>
              <a:rPr lang="en-US" altLang="zh-CN"/>
              <a:t>ADSP</a:t>
            </a:r>
            <a:r>
              <a:rPr lang="zh-CN" altLang="en-US"/>
              <a:t>中，编译</a:t>
            </a:r>
            <a:r>
              <a:rPr lang="en-US" altLang="zh-CN"/>
              <a:t>ADSP</a:t>
            </a:r>
            <a:r>
              <a:rPr lang="zh-CN" altLang="en-US"/>
              <a:t>环境的问题在一些平台是默认可用的，比如</a:t>
            </a:r>
            <a:r>
              <a:rPr lang="en-US" altLang="zh-CN"/>
              <a:t>SM6350</a:t>
            </a:r>
            <a:r>
              <a:rPr lang="zh-CN" altLang="en-US"/>
              <a:t>，但是在一些平台上需要根据高通文档去手动搭建，比如</a:t>
            </a:r>
            <a:r>
              <a:rPr lang="en-US" altLang="zh-CN"/>
              <a:t>SM4350</a:t>
            </a:r>
            <a:r>
              <a:rPr lang="zh-CN" altLang="en-US"/>
              <a:t>、</a:t>
            </a:r>
            <a:r>
              <a:rPr lang="en-US" altLang="zh-CN"/>
              <a:t>QCM6490</a:t>
            </a:r>
            <a:r>
              <a:rPr lang="zh-CN" altLang="en-US"/>
              <a:t>等。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问题点：</a:t>
            </a:r>
            <a:r>
              <a:rPr lang="en-US" altLang="zh-CN"/>
              <a:t>SRM900(SM6350)</a:t>
            </a:r>
            <a:r>
              <a:rPr lang="zh-CN" altLang="en-US"/>
              <a:t>和</a:t>
            </a:r>
            <a:r>
              <a:rPr lang="en-US" altLang="zh-CN"/>
              <a:t>SRM900L(SM4350)</a:t>
            </a:r>
            <a:r>
              <a:rPr lang="zh-CN" altLang="en-US"/>
              <a:t>平台是</a:t>
            </a:r>
            <a:r>
              <a:rPr lang="en-US" altLang="zh-CN"/>
              <a:t>PIN TO PIN</a:t>
            </a:r>
            <a:r>
              <a:rPr lang="zh-CN" altLang="en-US"/>
              <a:t>的，也就是硬件上是一样的，区别只在于</a:t>
            </a:r>
            <a:r>
              <a:rPr lang="en-US" altLang="zh-CN"/>
              <a:t>CPU</a:t>
            </a:r>
            <a:r>
              <a:rPr lang="zh-CN" altLang="en-US"/>
              <a:t>，但是将</a:t>
            </a:r>
            <a:r>
              <a:rPr lang="en-US" altLang="zh-CN"/>
              <a:t>6350</a:t>
            </a:r>
            <a:r>
              <a:rPr lang="zh-CN" altLang="en-US"/>
              <a:t>平台的</a:t>
            </a:r>
            <a:r>
              <a:rPr lang="en-US" altLang="zh-CN"/>
              <a:t>sensor</a:t>
            </a:r>
            <a:r>
              <a:rPr lang="zh-CN" altLang="en-US"/>
              <a:t>代码移植到</a:t>
            </a:r>
            <a:r>
              <a:rPr lang="en-US" altLang="zh-CN"/>
              <a:t>4350</a:t>
            </a:r>
            <a:r>
              <a:rPr lang="zh-CN" altLang="en-US"/>
              <a:t>平台上时一直出现</a:t>
            </a:r>
            <a:r>
              <a:rPr lang="en-US" altLang="zh-CN"/>
              <a:t>ADSP crash</a:t>
            </a:r>
            <a:r>
              <a:rPr lang="zh-CN" altLang="en-US"/>
              <a:t>，磁力和光距没有影响</a:t>
            </a:r>
            <a:r>
              <a:rPr lang="en-US" altLang="zh-CN"/>
              <a:t> </a:t>
            </a:r>
            <a:r>
              <a:rPr lang="zh-CN" altLang="en-US"/>
              <a:t>，只有</a:t>
            </a:r>
            <a:r>
              <a:rPr lang="en-US" altLang="zh-CN"/>
              <a:t>G-sensor</a:t>
            </a:r>
            <a:r>
              <a:rPr lang="zh-CN" altLang="en-US"/>
              <a:t>当时一直有问题，一旦代码合入就会出现死机问题。当时咨询了高通，尝试了升级基线等办法，拖了很久，最后高通建议我们尝试下看是否是编译环境的问题，根据</a:t>
            </a:r>
            <a:r>
              <a:rPr lang="en-US" altLang="zh-CN"/>
              <a:t>4350</a:t>
            </a:r>
            <a:r>
              <a:rPr lang="zh-CN" altLang="en-US"/>
              <a:t>平台文档的描述，更新</a:t>
            </a:r>
            <a:r>
              <a:rPr lang="en-US" altLang="zh-CN"/>
              <a:t>nanopb</a:t>
            </a:r>
            <a:r>
              <a:rPr lang="zh-CN" altLang="en-US"/>
              <a:t>工具包，作为编译</a:t>
            </a:r>
            <a:r>
              <a:rPr lang="en-US" altLang="zh-CN"/>
              <a:t>ADSP</a:t>
            </a:r>
            <a:r>
              <a:rPr lang="zh-CN" altLang="en-US"/>
              <a:t>的基础，编译环境需要</a:t>
            </a:r>
            <a:r>
              <a:rPr lang="en-US" altLang="zh-CN"/>
              <a:t>Ubuntu16</a:t>
            </a:r>
            <a:r>
              <a:rPr lang="zh-CN" altLang="en-US"/>
              <a:t>以上，更新之后重新编译</a:t>
            </a:r>
            <a:r>
              <a:rPr lang="en-US" altLang="zh-CN"/>
              <a:t>ADSP</a:t>
            </a:r>
            <a:r>
              <a:rPr lang="zh-CN" altLang="en-US"/>
              <a:t>不再出现死机现象。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28345" y="730250"/>
            <a:ext cx="1063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根据文档下载对应版本的工具包，默认的版本是</a:t>
            </a:r>
            <a:r>
              <a:rPr lang="en-US" altLang="zh-CN"/>
              <a:t>0.3.6</a:t>
            </a:r>
            <a:r>
              <a:rPr lang="zh-CN" altLang="en-US"/>
              <a:t>的，我们需要下载</a:t>
            </a:r>
            <a:r>
              <a:rPr lang="en-US" altLang="zh-CN"/>
              <a:t>0.3.9.5</a:t>
            </a:r>
            <a:r>
              <a:rPr lang="zh-CN" altLang="en-US"/>
              <a:t>版本的</a:t>
            </a:r>
            <a:endParaRPr lang="zh-CN" altLang="en-US"/>
          </a:p>
        </p:txBody>
      </p:sp>
      <p:pic>
        <p:nvPicPr>
          <p:cNvPr id="2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345" y="1279525"/>
            <a:ext cx="9288780" cy="3765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34720" y="5448300"/>
            <a:ext cx="10097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下载后放入指定位置，执行指令打印如图信息表示成功，即可继续编译</a:t>
            </a:r>
            <a:r>
              <a:rPr lang="en-US" altLang="zh-CN"/>
              <a:t>ADSP</a:t>
            </a:r>
            <a:endParaRPr lang="en-US" altLang="zh-CN"/>
          </a:p>
          <a:p>
            <a:r>
              <a:rPr lang="en-US" altLang="zh-CN"/>
              <a:t>python ssc_api/build/config_nanopb_dependency.py -f nanopb-0.3.9.5-linux-x86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68655" y="626745"/>
            <a:ext cx="1088834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顺便介绍一下关掉</a:t>
            </a:r>
            <a:r>
              <a:rPr lang="en-US" altLang="zh-CN"/>
              <a:t>sensor</a:t>
            </a:r>
            <a:r>
              <a:rPr lang="zh-CN" altLang="en-US"/>
              <a:t>功能的一些方法，可以在项目调试初期暂时排除</a:t>
            </a:r>
            <a:r>
              <a:rPr lang="en-US" altLang="zh-CN"/>
              <a:t>sensor</a:t>
            </a:r>
            <a:r>
              <a:rPr lang="zh-CN" altLang="en-US"/>
              <a:t>的影响，以便于其他调试的顺利进行，这里展示最常用的方法，其他的方法可以参考高通文档KBA-170714020026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adsp_</a:t>
            </a:r>
            <a:r>
              <a:rPr lang="zh-CN" altLang="en-US">
                <a:solidFill>
                  <a:srgbClr val="FF0000"/>
                </a:solidFill>
              </a:rPr>
              <a:t>proc/ssc/utils/osa/hexagon_root_pd/sns_root_pd_init.c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void sns_root_pd_init(void)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+#if 0</a:t>
            </a:r>
            <a:endParaRPr lang="zh-CN" altLang="en-US"/>
          </a:p>
          <a:p>
            <a:r>
              <a:rPr lang="zh-CN" altLang="en-US"/>
              <a:t>PD_MON_RESTART restart = PD_MON_RESTART_ALWAYS;</a:t>
            </a:r>
            <a:endParaRPr lang="zh-CN" altLang="en-US"/>
          </a:p>
          <a:p>
            <a:r>
              <a:rPr lang="zh-CN" altLang="en-US"/>
              <a:t>(void)pd_mon_spawn(&amp;restart, SENSOR_IMG_NAME);</a:t>
            </a:r>
            <a:endParaRPr lang="zh-CN" altLang="en-US"/>
          </a:p>
          <a:p>
            <a:r>
              <a:rPr lang="zh-CN" altLang="en-US"/>
              <a:t>+#endif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adsp</a:t>
            </a:r>
            <a:r>
              <a:rPr lang="zh-CN" altLang="en-US">
                <a:solidFill>
                  <a:srgbClr val="FF0000"/>
                </a:solidFill>
              </a:rPr>
              <a:t>_proc/ssc/utils/osa/hexagon_user_pd/slpi/sns_user_pd_init.c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sns_rc sns_user_pd_init()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+#if 0</a:t>
            </a:r>
            <a:endParaRPr lang="zh-CN" altLang="en-US"/>
          </a:p>
          <a:p>
            <a:r>
              <a:rPr lang="zh-CN" altLang="en-US"/>
              <a:t>if(false == sns_init_done)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…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+endif</a:t>
            </a:r>
            <a:endParaRPr lang="zh-CN" altLang="en-US"/>
          </a:p>
          <a:p>
            <a:r>
              <a:rPr lang="zh-CN" altLang="en-US"/>
              <a:t>return SNS_RC_FAILED;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702945" y="738505"/>
            <a:ext cx="10785475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2.2 sensor</a:t>
            </a:r>
            <a:r>
              <a:rPr lang="zh-CN" altLang="en-US"/>
              <a:t>驱动移植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涉及到的文件：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FF0000"/>
                </a:solidFill>
              </a:rPr>
              <a:t>\adsp_proc\ssc\chipset\kodiak</a:t>
            </a:r>
            <a:r>
              <a:rPr lang="en-US" altLang="zh-CN">
                <a:solidFill>
                  <a:srgbClr val="FF0000"/>
                </a:solidFill>
              </a:rPr>
              <a:t>\por.py</a:t>
            </a: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需要注册的</a:t>
            </a:r>
            <a:r>
              <a:rPr lang="en-US" altLang="zh-CN"/>
              <a:t>sensor</a:t>
            </a:r>
            <a:r>
              <a:rPr lang="zh-CN" altLang="en-US"/>
              <a:t>添加到该文件下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rgbClr val="FF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rgbClr val="FF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rgbClr val="FF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FF0000"/>
                </a:solidFill>
              </a:rPr>
              <a:t>adsp_proc\ssc_drivers</a:t>
            </a:r>
            <a:r>
              <a:rPr lang="en-US" altLang="zh-CN">
                <a:solidFill>
                  <a:srgbClr val="FF0000"/>
                </a:solidFill>
              </a:rPr>
              <a:t>\</a:t>
            </a: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/>
              <a:t>sensor</a:t>
            </a:r>
            <a:r>
              <a:rPr lang="zh-CN" altLang="en-US"/>
              <a:t>的相关驱动文件放在这个目录下面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985" y="2550795"/>
            <a:ext cx="4888865" cy="1473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985" y="4851400"/>
            <a:ext cx="3339465" cy="1436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8640" y="643890"/>
            <a:ext cx="1109472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adsp_proc\core\settings\buses\qup_fw\config\kodiak</a:t>
            </a:r>
            <a:r>
              <a:rPr lang="en-US" altLang="zh-CN"/>
              <a:t>\fw_devcfg.c</a:t>
            </a: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修改使用的协议（</a:t>
            </a:r>
            <a:r>
              <a:rPr lang="en-US" altLang="zh-CN"/>
              <a:t>I2C</a:t>
            </a:r>
            <a:r>
              <a:rPr lang="zh-CN" altLang="en-US"/>
              <a:t>、</a:t>
            </a:r>
            <a:r>
              <a:rPr lang="en-US" altLang="zh-CN"/>
              <a:t>I3C</a:t>
            </a:r>
            <a:r>
              <a:rPr lang="zh-CN" altLang="en-US"/>
              <a:t>、</a:t>
            </a:r>
            <a:r>
              <a:rPr lang="en-US" altLang="zh-CN"/>
              <a:t>SPI</a:t>
            </a:r>
            <a:r>
              <a:rPr lang="zh-CN" altLang="en-US"/>
              <a:t>）相关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完成以上步骤编译</a:t>
            </a:r>
            <a:r>
              <a:rPr lang="en-US" altLang="zh-CN"/>
              <a:t>ADSP</a:t>
            </a:r>
            <a:r>
              <a:rPr lang="zh-CN" altLang="en-US"/>
              <a:t>即可，相比于老架构，新架构把很多我们需要做的工作都整合了，大大方便了移植。编译完成后，查看文件sns_static_drivers.c，可以使用</a:t>
            </a:r>
            <a:r>
              <a:rPr lang="en-US" altLang="zh-CN"/>
              <a:t>find</a:t>
            </a:r>
            <a:r>
              <a:rPr lang="zh-CN" altLang="en-US"/>
              <a:t>命令查看路径，如果里面有我们添加的</a:t>
            </a:r>
            <a:r>
              <a:rPr lang="en-US" altLang="zh-CN"/>
              <a:t>sensor</a:t>
            </a:r>
            <a:r>
              <a:rPr lang="zh-CN" altLang="en-US"/>
              <a:t>型号，表示驱动注册成功。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然后是</a:t>
            </a:r>
            <a:r>
              <a:rPr lang="en-US" altLang="zh-CN"/>
              <a:t>AP</a:t>
            </a:r>
            <a:r>
              <a:rPr lang="zh-CN" altLang="en-US"/>
              <a:t>侧</a:t>
            </a:r>
            <a:r>
              <a:rPr lang="en-US" altLang="zh-CN"/>
              <a:t>json</a:t>
            </a:r>
            <a:r>
              <a:rPr lang="zh-CN" altLang="en-US"/>
              <a:t>文件的修改，路径在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LA.UM.9.14.1\vendor\qcom\proprietary\sensors-see\registry\config\lahaina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里面同一型号的</a:t>
            </a:r>
            <a:r>
              <a:rPr lang="en-US" altLang="zh-CN"/>
              <a:t>sensor</a:t>
            </a:r>
            <a:r>
              <a:rPr lang="zh-CN" altLang="en-US"/>
              <a:t>可能有很多相似的</a:t>
            </a:r>
            <a:r>
              <a:rPr lang="en-US" altLang="zh-CN"/>
              <a:t>json</a:t>
            </a:r>
            <a:r>
              <a:rPr lang="zh-CN" altLang="en-US"/>
              <a:t>文件，需要根据设备具体走的设备树类型来选择适配的</a:t>
            </a:r>
            <a:r>
              <a:rPr lang="en-US" altLang="zh-CN"/>
              <a:t>json</a:t>
            </a:r>
            <a:r>
              <a:rPr lang="zh-CN" altLang="en-US"/>
              <a:t>文件。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9765" y="609600"/>
            <a:ext cx="1089723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以下是</a:t>
            </a:r>
            <a:r>
              <a:rPr lang="en-US" altLang="zh-CN"/>
              <a:t>json</a:t>
            </a:r>
            <a:r>
              <a:rPr lang="zh-CN" altLang="en-US"/>
              <a:t>文件关键参数的说明：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hw_platform 和 soc_id 可以通过以下命令获取：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adb shell "cat /sys/devices/soc0/hw_platform"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adb shell "cat /sys/devices/soc0/soc_id"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bus_type： I2C 写 0、 SPI 写 1、 I3C 写 3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bus_instance： = QUP 数 + 1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slave_config： I2C 地址，具体配置参考上述表格说明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min_bus_speed_khz：最小 COM 总线时钟速度，默认配置 400khz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max_bus_speed_khz：最大 COM 总线时钟速度，默认配置 400khz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reg_addr_type：寄存器地址类型（ 寄存器地址位数，“ 0” 8 bit “ 1” 16 bit “ 2” 32bit）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dri_irq_num：中断引脚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irq_pull_type：配置中断引脚内部电平类型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irq_is_chip_pin： 配置 MSM_GPIO 由于中断模式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9765" y="687070"/>
            <a:ext cx="108115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irq_drive_strength：中断引脚的驱动能力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irq_trigger_type：中断触发类型，这里我们配置为低电平触发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num_rail：供电数，是 1 路电还是 2 路电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rail_on_state：低功耗供电模式 LPM 还是常规供电模式 NPM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vdd_rail、 vddio_rail：分别导入两路供电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is_dri：配置中断模式或者轮训模式（“0”轮训模式，“1”中断模式）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hw_id：用来区分同一硬件多个传感器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cali：校准参数配置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SEE sensor</a:t>
              </a:r>
              <a:r>
                <a:rPr lang="zh-CN" altLang="en-US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调试</a:t>
              </a:r>
              <a:endParaRPr lang="zh-CN" altLang="en-US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03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76910" y="721360"/>
            <a:ext cx="3016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3. sensor</a:t>
            </a:r>
            <a:r>
              <a:rPr lang="zh-CN" altLang="en-US" sz="2800" b="1"/>
              <a:t>调试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685800" y="1219835"/>
            <a:ext cx="10819765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驱动代码和</a:t>
            </a:r>
            <a:r>
              <a:rPr lang="en-US" altLang="zh-CN"/>
              <a:t>json</a:t>
            </a:r>
            <a:r>
              <a:rPr lang="zh-CN" altLang="en-US"/>
              <a:t>文件配置完成后，开始调试。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BP</a:t>
            </a:r>
            <a:r>
              <a:rPr lang="zh-CN" altLang="en-US"/>
              <a:t>：单编</a:t>
            </a:r>
            <a:r>
              <a:rPr lang="en-US" altLang="zh-CN"/>
              <a:t>ADSP</a:t>
            </a:r>
            <a:r>
              <a:rPr lang="zh-CN" altLang="en-US"/>
              <a:t>，然后编译</a:t>
            </a:r>
            <a:r>
              <a:rPr lang="en-US" altLang="zh-CN"/>
              <a:t>NON_HLOS.bin</a:t>
            </a:r>
            <a:r>
              <a:rPr lang="zh-CN" altLang="en-US"/>
              <a:t>文件，注意需要全编过的环境，该镜像文件不止打包</a:t>
            </a:r>
            <a:r>
              <a:rPr lang="en-US" altLang="zh-CN"/>
              <a:t>ADSP</a:t>
            </a:r>
            <a:r>
              <a:rPr lang="zh-CN" altLang="en-US"/>
              <a:t>的内容，还包括其它东西，如果没有全编过可能导致打包不全出现意外错误。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adb root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reboot bootloader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fastboot flash modem non_hlos.bin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reboot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AP:json</a:t>
            </a:r>
            <a:r>
              <a:rPr lang="zh-CN" altLang="en-US"/>
              <a:t>文件可以直接</a:t>
            </a:r>
            <a:r>
              <a:rPr lang="en-US" altLang="zh-CN"/>
              <a:t>push</a:t>
            </a:r>
            <a:r>
              <a:rPr lang="zh-CN" altLang="en-US"/>
              <a:t>到设备中验证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adb root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disable-verity(</a:t>
            </a:r>
            <a:r>
              <a:rPr lang="zh-CN" altLang="en-US"/>
              <a:t>每次刷机只需要执行一次即可，</a:t>
            </a:r>
            <a:r>
              <a:rPr lang="en-US" altLang="zh-CN"/>
              <a:t>remount</a:t>
            </a:r>
            <a:r>
              <a:rPr lang="zh-CN" altLang="en-US"/>
              <a:t>的前提</a:t>
            </a:r>
            <a:r>
              <a:rPr lang="en-US" altLang="zh-CN"/>
              <a:t>,</a:t>
            </a:r>
            <a:r>
              <a:rPr lang="zh-CN" altLang="en-US"/>
              <a:t>需要重启生效</a:t>
            </a:r>
            <a:r>
              <a:rPr lang="en-US" altLang="zh-CN"/>
              <a:t>)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reboot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65150" y="566420"/>
            <a:ext cx="10991850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/>
              <a:t>adb root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remount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push xxx.json vendor/etc/sensors/config/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(</a:t>
            </a:r>
            <a:r>
              <a:rPr lang="zh-CN" altLang="en-US"/>
              <a:t>如果需要重新</a:t>
            </a:r>
            <a:r>
              <a:rPr lang="en-US" altLang="zh-CN"/>
              <a:t>push</a:t>
            </a:r>
            <a:r>
              <a:rPr lang="zh-CN" altLang="en-US"/>
              <a:t>，需要把原来的文件以及生成的配置文件删掉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adb shell    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rm vendor/etc/sensors/config/xxx.json     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rm  mnt/vendor/persist/sensors/registry/registry/bmi*)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adb shell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chmod 644 vendor/etc/sensors/config/xxx.json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reboot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zh-CN" altLang="en-US"/>
              <a:t>以上是</a:t>
            </a:r>
            <a:r>
              <a:rPr lang="en-US" altLang="zh-CN"/>
              <a:t>json</a:t>
            </a:r>
            <a:r>
              <a:rPr lang="zh-CN" altLang="en-US"/>
              <a:t>文件的验证方法，一般磁力、光距、</a:t>
            </a:r>
            <a:r>
              <a:rPr lang="en-US" altLang="zh-CN"/>
              <a:t>g-sensor</a:t>
            </a:r>
            <a:r>
              <a:rPr lang="zh-CN" altLang="en-US"/>
              <a:t>都可以这样验证，但是反向</a:t>
            </a:r>
            <a:r>
              <a:rPr lang="en-US" altLang="zh-CN"/>
              <a:t> </a:t>
            </a:r>
            <a:r>
              <a:rPr lang="zh-CN" altLang="en-US"/>
              <a:t>传感器是</a:t>
            </a:r>
            <a:r>
              <a:rPr lang="en-US" altLang="zh-CN"/>
              <a:t>.cpp</a:t>
            </a:r>
            <a:r>
              <a:rPr lang="zh-CN" altLang="en-US"/>
              <a:t>文件，验证需要其他方法。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vendor\qcom\proprietary\sensors-see\sensors-hal-2.0\sensors\orientaion.cpp</a:t>
            </a:r>
            <a:endParaRPr lang="en-US" altLang="zh-CN"/>
          </a:p>
          <a:p>
            <a:pPr fontAlgn="auto">
              <a:lnSpc>
                <a:spcPct val="150000"/>
              </a:lnSpc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68655" y="713105"/>
            <a:ext cx="10862310" cy="6323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vendor\qcom\proprietary\sensors-see\sensors-hal-2.0\</a:t>
            </a:r>
            <a:r>
              <a:rPr lang="zh-CN" altLang="en-US">
                <a:sym typeface="+mn-ea"/>
              </a:rPr>
              <a:t>目录下有</a:t>
            </a:r>
            <a:r>
              <a:rPr lang="en-US" altLang="zh-CN">
                <a:sym typeface="+mn-ea"/>
              </a:rPr>
              <a:t>Android.bp</a:t>
            </a:r>
            <a:r>
              <a:rPr lang="zh-CN" altLang="en-US">
                <a:sym typeface="+mn-ea"/>
              </a:rPr>
              <a:t>文件，我们可以把</a:t>
            </a:r>
            <a:r>
              <a:rPr lang="en-US" altLang="zh-CN">
                <a:sym typeface="+mn-ea"/>
              </a:rPr>
              <a:t>cpp</a:t>
            </a:r>
            <a:r>
              <a:rPr lang="zh-CN" altLang="en-US">
                <a:sym typeface="+mn-ea"/>
              </a:rPr>
              <a:t>文件编译成对应的库文件</a:t>
            </a:r>
            <a:r>
              <a:rPr lang="en-US" altLang="zh-CN">
                <a:sym typeface="+mn-ea"/>
              </a:rPr>
              <a:t>push</a:t>
            </a:r>
            <a:r>
              <a:rPr lang="zh-CN" altLang="en-US">
                <a:sym typeface="+mn-ea"/>
              </a:rPr>
              <a:t>到设备里验证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编译方法：</a:t>
            </a:r>
            <a:r>
              <a:rPr lang="en-US" altLang="zh-CN">
                <a:sym typeface="+mn-ea"/>
              </a:rPr>
              <a:t>source build/envsetup.sh </a:t>
            </a:r>
            <a:endParaRPr lang="en-US" altLang="zh-CN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lunch xxx</a:t>
            </a:r>
            <a:endParaRPr lang="en-US" altLang="zh-CN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mmm </a:t>
            </a:r>
            <a:r>
              <a:rPr lang="en-US" altLang="zh-CN">
                <a:sym typeface="+mn-ea"/>
              </a:rPr>
              <a:t>vendor\qcom\proprietary\sensors-see\sensors-hal-2.0\   -j16</a:t>
            </a:r>
            <a:endParaRPr lang="en-US" altLang="zh-CN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如果直接进到对应目录下执行编译，使用</a:t>
            </a:r>
            <a:r>
              <a:rPr lang="en-US" altLang="zh-CN">
                <a:sym typeface="+mn-ea"/>
              </a:rPr>
              <a:t>mm</a:t>
            </a:r>
            <a:r>
              <a:rPr lang="zh-CN" altLang="en-US">
                <a:sym typeface="+mn-ea"/>
              </a:rPr>
              <a:t>即可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编译生成的文件在</a:t>
            </a:r>
            <a:r>
              <a:rPr lang="en-US" altLang="zh-CN">
                <a:sym typeface="+mn-ea"/>
              </a:rPr>
              <a:t>.bp</a:t>
            </a:r>
            <a:r>
              <a:rPr lang="zh-CN" altLang="en-US">
                <a:sym typeface="+mn-ea"/>
              </a:rPr>
              <a:t>文件中可以看到</a:t>
            </a:r>
            <a:r>
              <a:rPr lang="en-US" altLang="zh-CN">
                <a:sym typeface="+mn-ea"/>
              </a:rPr>
              <a:t>sensor.ssc.so,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out</a:t>
            </a:r>
            <a:r>
              <a:rPr lang="zh-CN" altLang="en-US">
                <a:sym typeface="+mn-ea"/>
              </a:rPr>
              <a:t>目录下搜索</a:t>
            </a:r>
            <a:r>
              <a:rPr lang="en-US" altLang="zh-CN">
                <a:sym typeface="+mn-ea"/>
              </a:rPr>
              <a:t>push</a:t>
            </a:r>
            <a:r>
              <a:rPr lang="zh-CN" altLang="en-US">
                <a:sym typeface="+mn-ea"/>
              </a:rPr>
              <a:t>到设备</a:t>
            </a:r>
            <a:r>
              <a:rPr lang="en-US" altLang="zh-CN">
                <a:sym typeface="+mn-ea"/>
              </a:rPr>
              <a:t>vendor/lib64/</a:t>
            </a:r>
            <a:r>
              <a:rPr lang="zh-CN" altLang="en-US">
                <a:sym typeface="+mn-ea"/>
              </a:rPr>
              <a:t>下面验证。</a:t>
            </a: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在调试过程中可能遇到的问题及应对方法：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、没电，</a:t>
            </a:r>
            <a:r>
              <a:rPr lang="en-US" altLang="zh-CN">
                <a:sym typeface="+mn-ea"/>
              </a:rPr>
              <a:t>sensor</a:t>
            </a:r>
            <a:r>
              <a:rPr lang="zh-CN" altLang="en-US">
                <a:sym typeface="+mn-ea"/>
              </a:rPr>
              <a:t>供电一般是两路，</a:t>
            </a:r>
            <a:r>
              <a:rPr lang="en-US" altLang="zh-CN">
                <a:sym typeface="+mn-ea"/>
              </a:rPr>
              <a:t>1.8V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2.8V</a:t>
            </a:r>
            <a:r>
              <a:rPr lang="zh-CN" altLang="en-US">
                <a:sym typeface="+mn-ea"/>
              </a:rPr>
              <a:t>一般是在调试初期，万用表量不到电，临时处理办法，常拉高供电脚，修改</a:t>
            </a:r>
            <a:r>
              <a:rPr lang="en-US" altLang="zh-CN">
                <a:sym typeface="+mn-ea"/>
              </a:rPr>
              <a:t>RPM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adsp_proc\core\settings\pmic\pm\config\adsp\kodiak</a:t>
            </a:r>
            <a:r>
              <a:rPr lang="en-US" altLang="zh-CN">
                <a:sym typeface="+mn-ea"/>
              </a:rPr>
              <a:t>\pm_config_pam.c  </a:t>
            </a:r>
            <a:r>
              <a:rPr lang="zh-CN" altLang="en-US">
                <a:sym typeface="+mn-ea"/>
              </a:rPr>
              <a:t>查电</a:t>
            </a: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aop_proc\core\pmic\pm\config\kodiak</a:t>
            </a:r>
            <a:r>
              <a:rPr lang="en-US" altLang="zh-CN">
                <a:sym typeface="+mn-ea"/>
              </a:rPr>
              <a:t>\pm_config_target.c  </a:t>
            </a:r>
            <a:r>
              <a:rPr lang="zh-CN" altLang="en-US">
                <a:sym typeface="+mn-ea"/>
              </a:rPr>
              <a:t>改电</a:t>
            </a: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en-US" altLang="zh-CN"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82295" y="618490"/>
            <a:ext cx="1095756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{.AccessAllowed = PM_ACCESS_ALLOWED,    .RsrcCategory = VRM_RSRC_REGULATOR, </a:t>
            </a:r>
            <a:r>
              <a:rPr lang="zh-CN" altLang="en-US">
                <a:solidFill>
                  <a:srgbClr val="FF0000"/>
                </a:solidFill>
              </a:rPr>
              <a:t>.AlwaysOn</a:t>
            </a:r>
            <a:r>
              <a:rPr lang="zh-CN" altLang="en-US"/>
              <a:t> = PM_ON,  .MinMode = PM_NPM_MODE_VAL, .SafetyHR = 32,  </a:t>
            </a:r>
            <a:r>
              <a:rPr lang="zh-CN" altLang="en-US">
                <a:solidFill>
                  <a:srgbClr val="FF0000"/>
                </a:solidFill>
              </a:rPr>
              <a:t>.MinVoltage</a:t>
            </a:r>
            <a:r>
              <a:rPr lang="zh-CN" altLang="en-US"/>
              <a:t> = 1800, </a:t>
            </a:r>
            <a:r>
              <a:rPr lang="zh-CN" altLang="en-US">
                <a:solidFill>
                  <a:srgbClr val="FF0000"/>
                </a:solidFill>
              </a:rPr>
              <a:t>.MaxVoltage</a:t>
            </a:r>
            <a:r>
              <a:rPr lang="zh-CN" altLang="en-US"/>
              <a:t> = 2000, .EnableFixedTime = 300, .EnableStepperWarmUpTime = 0, .VoltFixedUpTime = 0, .VoltFixedDownTime = 0, .VoltStepperExtraUpTime = 0, .VoltStepperExtraDownTime = 0, .VoltDischargeTime = 0, .ModeFixedTime = 20, .VregReadyEn = PM_SETTLING_EN, .VregReadyErrEn = PM_SETTLING_ERR_EN,  .VregWdogTimer = VRM_8X_SETTLING_TIMER, .AopHandling = 0, .VoltSeqType = VRM_GENERIC_SEQ, .EnableSeqType = VRM_GENERIC_SEQ, .ModeSeqType = VRM_GENERIC_SEQ, .DrvOwnMask = PM_DRV_AUD|PM_DRV_HLOS,  .Reserved = 0},  </a:t>
            </a:r>
            <a:r>
              <a:rPr lang="zh-CN" altLang="en-US">
                <a:solidFill>
                  <a:srgbClr val="FF0000"/>
                </a:solidFill>
              </a:rPr>
              <a:t>//LDO8 Sensors</a:t>
            </a:r>
            <a:endParaRPr lang="zh-CN" altLang="en-US">
              <a:solidFill>
                <a:srgbClr val="FF000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常拉高把</a:t>
            </a:r>
            <a:r>
              <a:rPr lang="en-US" altLang="zh-CN">
                <a:solidFill>
                  <a:schemeClr val="tx1"/>
                </a:solidFill>
              </a:rPr>
              <a:t>Always on</a:t>
            </a:r>
            <a:r>
              <a:rPr lang="zh-CN" altLang="en-US">
                <a:solidFill>
                  <a:schemeClr val="tx1"/>
                </a:solidFill>
              </a:rPr>
              <a:t>打开即可，但是这样做会产生功耗问题，一般作为临时处理办法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。单编</a:t>
            </a:r>
            <a:r>
              <a:rPr lang="en-US" altLang="zh-CN">
                <a:solidFill>
                  <a:schemeClr val="tx1"/>
                </a:solidFill>
              </a:rPr>
              <a:t>rpm.mbn</a:t>
            </a:r>
            <a:r>
              <a:rPr lang="zh-CN" altLang="en-US">
                <a:solidFill>
                  <a:schemeClr val="tx1"/>
                </a:solidFill>
              </a:rPr>
              <a:t>烧录即可。（</a:t>
            </a:r>
            <a:r>
              <a:rPr lang="zh-CN" altLang="en-US">
                <a:solidFill>
                  <a:srgbClr val="FF0000"/>
                </a:solidFill>
              </a:rPr>
              <a:t>电压上下限尽量不要随便更改，有些项目可以，但是有些会遇到意想不到的错误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但是有些时候常拉高也无法解决问题，这时就要考虑其他的因素，列举两种情况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76910" y="704215"/>
            <a:ext cx="1077722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/>
              <a:t>1</a:t>
            </a:r>
            <a:r>
              <a:rPr lang="zh-CN" altLang="en-US"/>
              <a:t>、供电脚由</a:t>
            </a:r>
            <a:r>
              <a:rPr lang="en-US" altLang="zh-CN"/>
              <a:t>gpio</a:t>
            </a:r>
            <a:r>
              <a:rPr lang="zh-CN" altLang="en-US"/>
              <a:t>控制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如果是普通的</a:t>
            </a:r>
            <a:r>
              <a:rPr lang="en-US" altLang="zh-CN"/>
              <a:t>gpio</a:t>
            </a:r>
            <a:r>
              <a:rPr lang="zh-CN" altLang="en-US"/>
              <a:t>可以在</a:t>
            </a:r>
            <a:r>
              <a:rPr lang="en-US" altLang="zh-CN"/>
              <a:t>lk</a:t>
            </a:r>
            <a:r>
              <a:rPr lang="zh-CN" altLang="en-US"/>
              <a:t>阶段仿照</a:t>
            </a:r>
            <a:r>
              <a:rPr lang="en-US" altLang="zh-CN"/>
              <a:t>RS232</a:t>
            </a:r>
            <a:r>
              <a:rPr lang="zh-CN" altLang="en-US"/>
              <a:t>的方式把</a:t>
            </a:r>
            <a:r>
              <a:rPr lang="en-US" altLang="zh-CN"/>
              <a:t>gpio</a:t>
            </a:r>
            <a:r>
              <a:rPr lang="zh-CN" altLang="en-US"/>
              <a:t>拉高即可正常供电，如果是在</a:t>
            </a:r>
            <a:r>
              <a:rPr lang="en-US" altLang="zh-CN"/>
              <a:t>pmi</a:t>
            </a:r>
            <a:r>
              <a:rPr lang="zh-CN" altLang="en-US"/>
              <a:t>芯片上，需要</a:t>
            </a:r>
            <a:r>
              <a:rPr lang="en-US" altLang="zh-CN"/>
              <a:t> </a:t>
            </a:r>
            <a:r>
              <a:rPr lang="zh-CN" altLang="en-US"/>
              <a:t>在</a:t>
            </a:r>
            <a:r>
              <a:rPr lang="en-US" altLang="zh-CN"/>
              <a:t>kernel</a:t>
            </a:r>
            <a:r>
              <a:rPr lang="zh-CN" altLang="en-US"/>
              <a:t>阶段配置，具体方法可以参考其他人的修改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LDO</a:t>
            </a:r>
            <a:r>
              <a:rPr lang="zh-CN" altLang="en-US"/>
              <a:t>供电默认没有打开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这个在</a:t>
            </a:r>
            <a:r>
              <a:rPr lang="en-US" altLang="zh-CN"/>
              <a:t>SNM909</a:t>
            </a:r>
            <a:r>
              <a:rPr lang="zh-CN" altLang="en-US"/>
              <a:t>项目上遇到了，默认</a:t>
            </a:r>
            <a:r>
              <a:rPr lang="en-US" altLang="zh-CN"/>
              <a:t>LDO</a:t>
            </a:r>
            <a:r>
              <a:rPr lang="zh-CN" altLang="en-US"/>
              <a:t>是关闭的需要在</a:t>
            </a:r>
            <a:r>
              <a:rPr lang="en-US" altLang="zh-CN"/>
              <a:t>xbl</a:t>
            </a:r>
            <a:r>
              <a:rPr lang="zh-CN" altLang="en-US"/>
              <a:t>打开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44ed3f3 [SNM909][TaskId]16614[Description]config LDO3B for sensor 2.8V[Solution]config xbl and rpm[Owner]wangchong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--- a/boot_images/QcomPkg/Library/PmicLib/target/sdm660_pm660_pm660l/system/src/pm_sbl_boot_oem.c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+++ b/boot_images/QcomPkg/Library/PmicLib/target/sdm660_pm660_pm660l/system/src/pm_sbl_boot_oem.c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@@ -214,6 +214,8 @@ pm_driver_post_init (void)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8180" y="755650"/>
            <a:ext cx="10861040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     //SW WA to Enable LDO2B (SDCARD LDO), This should go in OTP.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      err_flag |= pm_ldo_sw_enable(PM_DEVICE_1,PM_LDO_2,PM_ON);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+     //wc add for snm909 task 16614 ,SW WA to Enable LDO3B (SENSOR LDO), This should go in OTP.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+     err_flag |= pm_ldo_sw_enable(PM_DEVICE_1,PM_LDO_3,PM_ON);</a:t>
            </a:r>
            <a:endParaRPr lang="zh-CN" altLang="en-US"/>
          </a:p>
          <a:p>
            <a:pPr fontAlgn="auto">
              <a:lnSpc>
                <a:spcPct val="150000"/>
              </a:lnSpc>
            </a:pP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      //Configure MISC.VSET_LB to stable solution(0x02)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      /* This should have been handled in SBL config, but SBL config has the best power optimised solution as default,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如此修改后，在</a:t>
            </a:r>
            <a:r>
              <a:rPr lang="en-US" altLang="zh-CN"/>
              <a:t>sbl</a:t>
            </a:r>
            <a:r>
              <a:rPr lang="zh-CN" altLang="en-US"/>
              <a:t>中把对应的</a:t>
            </a:r>
            <a:r>
              <a:rPr lang="en-US" altLang="zh-CN"/>
              <a:t>LDO</a:t>
            </a:r>
            <a:r>
              <a:rPr lang="zh-CN" altLang="en-US"/>
              <a:t>打开，</a:t>
            </a:r>
            <a:r>
              <a:rPr lang="en-US" altLang="zh-CN"/>
              <a:t>sensor</a:t>
            </a:r>
            <a:r>
              <a:rPr lang="zh-CN" altLang="en-US"/>
              <a:t>供电正常。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1830" y="655320"/>
            <a:ext cx="1082865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/>
              <a:t>2</a:t>
            </a:r>
            <a:r>
              <a:rPr lang="zh-CN" altLang="en-US"/>
              <a:t>、供电正常，考虑</a:t>
            </a:r>
            <a:r>
              <a:rPr lang="en-US"/>
              <a:t>I2C</a:t>
            </a:r>
            <a:r>
              <a:rPr lang="zh-CN" altLang="en-US"/>
              <a:t>和中断脚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常见的原因，是否是</a:t>
            </a:r>
            <a:r>
              <a:rPr lang="en-US" altLang="zh-CN"/>
              <a:t>TZ</a:t>
            </a:r>
            <a:r>
              <a:rPr lang="zh-CN" altLang="en-US"/>
              <a:t>中的</a:t>
            </a:r>
            <a:r>
              <a:rPr lang="en-US" altLang="zh-CN"/>
              <a:t>GPIO</a:t>
            </a:r>
            <a:r>
              <a:rPr lang="zh-CN" altLang="en-US"/>
              <a:t>权限未释放，这种问题在调试</a:t>
            </a:r>
            <a:r>
              <a:rPr lang="en-US" altLang="zh-CN"/>
              <a:t>UART</a:t>
            </a:r>
            <a:r>
              <a:rPr lang="zh-CN" altLang="en-US"/>
              <a:t>的时候也要注意，如果未释放的话会导致查找不到对应的</a:t>
            </a:r>
            <a:r>
              <a:rPr lang="en-US" altLang="zh-CN"/>
              <a:t>tty</a:t>
            </a:r>
            <a:r>
              <a:rPr lang="zh-CN" altLang="en-US"/>
              <a:t>节点。调试</a:t>
            </a:r>
            <a:r>
              <a:rPr lang="en-US" altLang="zh-CN"/>
              <a:t>sensor</a:t>
            </a:r>
            <a:r>
              <a:rPr lang="zh-CN" altLang="en-US"/>
              <a:t>的时候未释放</a:t>
            </a:r>
            <a:r>
              <a:rPr lang="en-US" altLang="zh-CN"/>
              <a:t>I2C</a:t>
            </a:r>
            <a:r>
              <a:rPr lang="zh-CN" altLang="en-US"/>
              <a:t>是无法使用的，</a:t>
            </a:r>
            <a:r>
              <a:rPr lang="en-US" altLang="zh-CN"/>
              <a:t> </a:t>
            </a:r>
            <a:r>
              <a:rPr lang="zh-CN" altLang="en-US"/>
              <a:t>这里可以借助示波器查看</a:t>
            </a:r>
            <a:r>
              <a:rPr lang="en-US" altLang="zh-CN"/>
              <a:t>I2C</a:t>
            </a:r>
            <a:r>
              <a:rPr lang="zh-CN" altLang="en-US"/>
              <a:t>的波形是否正常。释放权限的文件：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trustzone_images/core/settings/buses/qup_accesscontrol/qupv3/config/kodiak/QUPAC_Access.c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不同平台路径可能有出入，但是大同小异。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该文件中的</a:t>
            </a:r>
            <a:r>
              <a:rPr lang="en-US" altLang="zh-CN"/>
              <a:t>SE</a:t>
            </a:r>
            <a:r>
              <a:rPr lang="zh-CN" altLang="en-US"/>
              <a:t>数如何判断，这个需要通过查看对应高通文档来获取。以</a:t>
            </a:r>
            <a:r>
              <a:rPr lang="en-US" altLang="zh-CN"/>
              <a:t>930</a:t>
            </a:r>
            <a:r>
              <a:rPr lang="zh-CN" altLang="en-US"/>
              <a:t>为例：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如下图我们可以看到，</a:t>
            </a:r>
            <a:r>
              <a:rPr lang="en-US" altLang="zh-CN"/>
              <a:t>sensor</a:t>
            </a:r>
            <a:r>
              <a:rPr lang="zh-CN" altLang="en-US"/>
              <a:t>挂在</a:t>
            </a:r>
            <a:r>
              <a:rPr lang="en-US" altLang="zh-CN"/>
              <a:t>ADSP</a:t>
            </a:r>
            <a:r>
              <a:rPr lang="zh-CN" altLang="en-US"/>
              <a:t>端使用</a:t>
            </a:r>
            <a:r>
              <a:rPr lang="en-US" altLang="zh-CN"/>
              <a:t>LPI_QUP </a:t>
            </a:r>
            <a:r>
              <a:rPr lang="zh-CN" altLang="en-US"/>
              <a:t>的</a:t>
            </a:r>
            <a:r>
              <a:rPr lang="en-US" altLang="zh-CN"/>
              <a:t>gpio</a:t>
            </a:r>
            <a:r>
              <a:rPr lang="zh-CN" altLang="en-US"/>
              <a:t>，我们这里使用的</a:t>
            </a:r>
            <a:r>
              <a:rPr lang="en-US" altLang="zh-CN"/>
              <a:t>I2C</a:t>
            </a:r>
            <a:r>
              <a:rPr lang="zh-CN" altLang="en-US"/>
              <a:t>的</a:t>
            </a:r>
            <a:r>
              <a:rPr lang="en-US" altLang="zh-CN"/>
              <a:t>gpio161 </a:t>
            </a:r>
            <a:r>
              <a:rPr lang="zh-CN" altLang="en-US"/>
              <a:t>和</a:t>
            </a:r>
            <a:r>
              <a:rPr lang="en-US" altLang="zh-CN"/>
              <a:t>gpio162</a:t>
            </a:r>
            <a:r>
              <a:rPr lang="zh-CN" altLang="en-US"/>
              <a:t>，为</a:t>
            </a:r>
            <a:r>
              <a:rPr lang="en-US" altLang="zh-CN"/>
              <a:t>SE1</a:t>
            </a:r>
            <a:r>
              <a:rPr lang="zh-CN" altLang="en-US"/>
              <a:t>，因此需要到</a:t>
            </a:r>
            <a:r>
              <a:rPr lang="en-US" altLang="zh-CN"/>
              <a:t>TZ</a:t>
            </a:r>
            <a:r>
              <a:rPr lang="zh-CN" altLang="en-US"/>
              <a:t>中找相应的释放，这里</a:t>
            </a:r>
            <a:r>
              <a:rPr lang="en-US" altLang="zh-CN"/>
              <a:t>se1</a:t>
            </a:r>
            <a:r>
              <a:rPr lang="zh-CN" altLang="en-US"/>
              <a:t>也对应</a:t>
            </a:r>
            <a:r>
              <a:rPr lang="en-US" altLang="zh-CN"/>
              <a:t>JSON</a:t>
            </a:r>
            <a:r>
              <a:rPr lang="zh-CN" altLang="en-US"/>
              <a:t>文件中的</a:t>
            </a:r>
            <a:r>
              <a:rPr lang="en-US" altLang="zh-CN"/>
              <a:t>bus_instance =se1+1</a:t>
            </a:r>
            <a:endParaRPr lang="en-US" altLang="zh-CN"/>
          </a:p>
          <a:p>
            <a:pPr fontAlgn="auto">
              <a:lnSpc>
                <a:spcPct val="150000"/>
              </a:lnSpc>
            </a:pPr>
            <a:endParaRPr lang="en-US" altLang="zh-CN"/>
          </a:p>
          <a:p>
            <a:pPr fontAlgn="auto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-2147482613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905" y="579755"/>
            <a:ext cx="7943850" cy="46285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0555" y="718820"/>
            <a:ext cx="10910570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这一步中遇到过的问题，中断脚自身没有</a:t>
            </a:r>
            <a:r>
              <a:rPr lang="en-US" altLang="zh-CN"/>
              <a:t>LPI</a:t>
            </a:r>
            <a:r>
              <a:rPr lang="zh-CN" altLang="en-US"/>
              <a:t>唤醒功能，同样是出现在</a:t>
            </a:r>
            <a:r>
              <a:rPr lang="en-US" altLang="zh-CN"/>
              <a:t>SRM900L</a:t>
            </a:r>
            <a:r>
              <a:rPr lang="zh-CN" altLang="en-US"/>
              <a:t>平台，光距传感器，</a:t>
            </a:r>
            <a:r>
              <a:rPr lang="en-US" altLang="zh-CN"/>
              <a:t>GPIO98</a:t>
            </a:r>
            <a:r>
              <a:rPr lang="zh-CN" altLang="en-US"/>
              <a:t>为中断脚，但是当时一直功能不正常，咨询高通之后得知推荐使用的是</a:t>
            </a:r>
            <a:r>
              <a:rPr lang="en-US" altLang="zh-CN"/>
              <a:t>GPIO12</a:t>
            </a:r>
            <a:r>
              <a:rPr lang="zh-CN" altLang="en-US"/>
              <a:t>，而</a:t>
            </a:r>
            <a:r>
              <a:rPr lang="en-US" altLang="zh-CN"/>
              <a:t>GPIO98</a:t>
            </a:r>
            <a:r>
              <a:rPr lang="zh-CN" altLang="en-US"/>
              <a:t>不具备</a:t>
            </a:r>
            <a:r>
              <a:rPr lang="en-US" altLang="zh-CN"/>
              <a:t>LPI</a:t>
            </a:r>
            <a:r>
              <a:rPr lang="zh-CN" altLang="en-US"/>
              <a:t>唤醒功能，无法作为</a:t>
            </a:r>
            <a:r>
              <a:rPr lang="en-US" altLang="zh-CN"/>
              <a:t>sensor</a:t>
            </a:r>
            <a:r>
              <a:rPr lang="zh-CN" altLang="en-US"/>
              <a:t>的中断脚，后续与硬件沟通飞线改为</a:t>
            </a:r>
            <a:r>
              <a:rPr lang="en-US" altLang="zh-CN"/>
              <a:t>GPIO99</a:t>
            </a:r>
            <a:r>
              <a:rPr lang="zh-CN" altLang="en-US"/>
              <a:t>功能正常。这种问题是软件无法规避的，该</a:t>
            </a:r>
            <a:r>
              <a:rPr lang="en-US" altLang="zh-CN"/>
              <a:t>GPIO</a:t>
            </a:r>
            <a:r>
              <a:rPr lang="zh-CN" altLang="en-US"/>
              <a:t>无法支持</a:t>
            </a:r>
            <a:r>
              <a:rPr lang="en-US" altLang="zh-CN"/>
              <a:t>sensor</a:t>
            </a:r>
            <a:r>
              <a:rPr lang="zh-CN" altLang="en-US"/>
              <a:t>的中断功能，必须换用其他引脚。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还有</a:t>
            </a:r>
            <a:r>
              <a:rPr lang="en-US" altLang="zh-CN"/>
              <a:t>SLM921</a:t>
            </a:r>
            <a:r>
              <a:rPr lang="zh-CN" altLang="en-US"/>
              <a:t>的磁力问题，</a:t>
            </a:r>
            <a:r>
              <a:rPr lang="en-US" altLang="zh-CN"/>
              <a:t>RST</a:t>
            </a:r>
            <a:r>
              <a:rPr lang="zh-CN" altLang="en-US"/>
              <a:t>引脚一直有问题，最后也是为了生产暂时做了飞线处理。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/>
              <a:t>3</a:t>
            </a:r>
            <a:r>
              <a:rPr lang="zh-CN" altLang="en-US"/>
              <a:t>、调试工具介绍</a:t>
            </a:r>
            <a:r>
              <a:rPr lang="en-US" altLang="zh-CN"/>
              <a:t>QXDM</a:t>
            </a: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很多时候我们需要看</a:t>
            </a:r>
            <a:r>
              <a:rPr lang="en-US" altLang="zh-CN"/>
              <a:t>sensor</a:t>
            </a:r>
            <a:r>
              <a:rPr lang="zh-CN" altLang="en-US"/>
              <a:t>初始化部分的</a:t>
            </a:r>
            <a:r>
              <a:rPr lang="en-US" altLang="zh-CN"/>
              <a:t>log</a:t>
            </a:r>
            <a:r>
              <a:rPr lang="zh-CN" altLang="en-US"/>
              <a:t>，看看是走到哪一步时候出了问题，这时候就需要借助</a:t>
            </a:r>
            <a:r>
              <a:rPr lang="en-US" altLang="zh-CN"/>
              <a:t>QXDM</a:t>
            </a:r>
            <a:r>
              <a:rPr lang="zh-CN" altLang="en-US"/>
              <a:t>工具。因为</a:t>
            </a:r>
            <a:r>
              <a:rPr lang="en-US" altLang="zh-CN"/>
              <a:t>sensor</a:t>
            </a:r>
            <a:r>
              <a:rPr lang="zh-CN" altLang="en-US"/>
              <a:t>在开机时候就走完了流程，而抓</a:t>
            </a:r>
            <a:r>
              <a:rPr lang="en-US" altLang="zh-CN"/>
              <a:t>log</a:t>
            </a:r>
            <a:r>
              <a:rPr lang="zh-CN" altLang="en-US"/>
              <a:t>需要连接</a:t>
            </a:r>
            <a:r>
              <a:rPr lang="en-US" altLang="zh-CN"/>
              <a:t>USB</a:t>
            </a:r>
            <a:r>
              <a:rPr lang="zh-CN" altLang="en-US"/>
              <a:t>，因此开机过程中无法抓取，需要开机后重启</a:t>
            </a:r>
            <a:r>
              <a:rPr lang="en-US" altLang="zh-CN"/>
              <a:t>ADSP</a:t>
            </a:r>
            <a:r>
              <a:rPr lang="zh-CN" altLang="en-US"/>
              <a:t>子系统来抓取。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/>
              <a:t>adb root</a:t>
            </a: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/>
              <a:t>adb shell</a:t>
            </a:r>
            <a:endParaRPr lang="en-US" altLang="zh-CN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5970" y="527685"/>
            <a:ext cx="1079246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cat /sys/bus/msm_subsys/devices/subsys1/name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(</a:t>
            </a:r>
            <a:r>
              <a:rPr lang="zh-CN" altLang="en-US"/>
              <a:t>不同平台</a:t>
            </a:r>
            <a:r>
              <a:rPr lang="en-US" altLang="zh-CN"/>
              <a:t>ADSP</a:t>
            </a:r>
            <a:r>
              <a:rPr lang="zh-CN" altLang="en-US"/>
              <a:t>的子系统号是不同的，需要具体查看</a:t>
            </a:r>
            <a:r>
              <a:rPr lang="en-US" altLang="zh-CN"/>
              <a:t>)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echo 'related' &gt; /sys/bus/msm_subsys/devices/subsys1/restart_level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zh-CN" altLang="en-US"/>
              <a:t>执行完如上指令之后在</a:t>
            </a:r>
            <a:r>
              <a:rPr lang="en-US" altLang="zh-CN"/>
              <a:t>QXDM</a:t>
            </a:r>
            <a:r>
              <a:rPr lang="zh-CN" altLang="en-US"/>
              <a:t>工具中输入指令send_data 75 37 03 48 00，即可开始抓取</a:t>
            </a:r>
            <a:r>
              <a:rPr lang="en-US" altLang="zh-CN"/>
              <a:t>log</a:t>
            </a:r>
            <a:r>
              <a:rPr lang="zh-CN" altLang="en-US"/>
              <a:t>，可以按</a:t>
            </a:r>
            <a:r>
              <a:rPr lang="en-US" altLang="zh-CN"/>
              <a:t>F5</a:t>
            </a:r>
            <a:r>
              <a:rPr lang="zh-CN" altLang="en-US"/>
              <a:t>选择</a:t>
            </a:r>
            <a:r>
              <a:rPr lang="en-US" altLang="zh-CN"/>
              <a:t>message--SNS</a:t>
            </a:r>
            <a:r>
              <a:rPr lang="zh-CN" altLang="en-US"/>
              <a:t>只看</a:t>
            </a:r>
            <a:r>
              <a:rPr lang="en-US" altLang="zh-CN"/>
              <a:t>sensor</a:t>
            </a:r>
            <a:r>
              <a:rPr lang="zh-CN" altLang="en-US"/>
              <a:t>相关的</a:t>
            </a:r>
            <a:r>
              <a:rPr lang="en-US" altLang="zh-CN"/>
              <a:t>log</a:t>
            </a:r>
            <a:r>
              <a:rPr lang="zh-CN" altLang="en-US"/>
              <a:t>，查看</a:t>
            </a:r>
            <a:r>
              <a:rPr lang="en-US" altLang="zh-CN"/>
              <a:t>log</a:t>
            </a:r>
            <a:r>
              <a:rPr lang="zh-CN" altLang="en-US"/>
              <a:t>时候搜索关键字，一般是</a:t>
            </a:r>
            <a:r>
              <a:rPr lang="en-US" altLang="zh-CN"/>
              <a:t>sensor</a:t>
            </a:r>
            <a:r>
              <a:rPr lang="zh-CN" altLang="en-US"/>
              <a:t>的型号即可。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sz="6600" b="1" kern="0" dirty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小结</a:t>
              </a:r>
              <a:endParaRPr lang="zh-CN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04</a:t>
              </a:r>
              <a:endParaRPr lang="en-US" altLang="zh-CN" b="1" dirty="0">
                <a:solidFill>
                  <a:srgbClr val="C00000"/>
                </a:solidFill>
                <a:latin typeface="+mj-lt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8190" y="718820"/>
            <a:ext cx="1071943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/>
              <a:t>sensor</a:t>
            </a:r>
            <a:r>
              <a:rPr lang="zh-CN" altLang="en-US"/>
              <a:t>的移植流程是很固定，正常情况下按照流程来一般就可以移植成功，但是难点在于移植调试过程中的各种突发状况，比如</a:t>
            </a:r>
            <a:r>
              <a:rPr lang="en-US" altLang="zh-CN"/>
              <a:t>sensor</a:t>
            </a:r>
            <a:r>
              <a:rPr lang="zh-CN" altLang="en-US"/>
              <a:t>导致的死机、供电或者</a:t>
            </a:r>
            <a:r>
              <a:rPr lang="en-US" altLang="zh-CN"/>
              <a:t>I2C</a:t>
            </a:r>
            <a:r>
              <a:rPr lang="zh-CN" altLang="en-US"/>
              <a:t>异常等，需要具体问题具体分析。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/>
              <a:t>SEE</a:t>
            </a:r>
            <a:r>
              <a:rPr lang="zh-CN" altLang="en-US"/>
              <a:t>架构相比于</a:t>
            </a:r>
            <a:r>
              <a:rPr lang="en-US" altLang="zh-CN"/>
              <a:t>SSC</a:t>
            </a:r>
            <a:r>
              <a:rPr lang="zh-CN" altLang="en-US"/>
              <a:t>架构向我们展示的东西更少，他把老架构的一些我们需要配置的东西直接封装好了给我们使用，想要更清楚的了解</a:t>
            </a:r>
            <a:r>
              <a:rPr lang="en-US" altLang="zh-CN"/>
              <a:t>sensor</a:t>
            </a:r>
            <a:r>
              <a:rPr lang="zh-CN" altLang="en-US"/>
              <a:t>到底是如何实现功能的，我们要花时间去研究底层的代码，这样有利于我们遇到问题时更快的找到问题点，提供更多的思路。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调试</a:t>
            </a:r>
            <a:r>
              <a:rPr lang="en-US" altLang="zh-CN"/>
              <a:t>sensor</a:t>
            </a:r>
            <a:r>
              <a:rPr lang="zh-CN" altLang="en-US"/>
              <a:t>不要怕错，要多尝试多去看文档和代码，遇到问题多追一追代码多试试，方法就在原本的代码当中。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46"/>
          <p:cNvSpPr txBox="1"/>
          <p:nvPr/>
        </p:nvSpPr>
        <p:spPr>
          <a:xfrm>
            <a:off x="2839456" y="2956560"/>
            <a:ext cx="6513088" cy="472440"/>
          </a:xfrm>
          <a:prstGeom prst="rect">
            <a:avLst/>
          </a:prstGeom>
          <a:noFill/>
        </p:spPr>
        <p:txBody>
          <a:bodyPr wrap="square" lIns="42789" tIns="21394" rIns="42789" bIns="21394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/>
                <a:cs typeface="Times New Roman" panose="02020603050405020304" pitchFamily="18" charset="0"/>
              </a:rPr>
              <a:t>Thank you!</a:t>
            </a:r>
            <a:endParaRPr lang="zh-CN" altLang="en-US" sz="2800" b="1" dirty="0">
              <a:solidFill>
                <a:srgbClr val="C00000"/>
              </a:solidFill>
              <a:latin typeface="思源黑体 Bold" panose="020B0800000000000000" charset="-122"/>
              <a:ea typeface="思源黑体 Bold" panose="020B080000000000000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8610,&quot;width&quot;:1065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7071</Words>
  <Application>WPS 演示</Application>
  <PresentationFormat>宽屏</PresentationFormat>
  <Paragraphs>217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Calibri</vt:lpstr>
      <vt:lpstr>思源黑体 Bold</vt:lpstr>
      <vt:lpstr>黑体</vt:lpstr>
      <vt:lpstr>Arial Unicode MS</vt:lpstr>
      <vt:lpstr>等线</vt:lpstr>
      <vt:lpstr>思源黑体 Bold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依雯</dc:creator>
  <cp:lastModifiedBy>19413</cp:lastModifiedBy>
  <cp:revision>477</cp:revision>
  <dcterms:created xsi:type="dcterms:W3CDTF">2020-05-11T05:39:00Z</dcterms:created>
  <dcterms:modified xsi:type="dcterms:W3CDTF">2022-01-22T03:34:09Z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8ECE63950D3942C5B838D467B79A83AD</vt:lpwstr>
  </property>
</Properties>
</file>